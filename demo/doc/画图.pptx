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7662C-E7F7-96E4-EB59-673882DC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2BE197-D5CC-89DA-547B-551C2D32C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F69C82-D068-4894-8576-A812ACB3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4ED2F-660E-6976-3C3A-C4848EC1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DADC1-C663-D158-BCA2-B49FDE1F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241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AF613-B579-2ABF-C956-01589949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9691F8-2BA1-1EC4-EE98-70A01DD38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932526-8FC4-00A1-0A6A-96BC22E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BDD81-CC98-80B3-5504-9E146833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9B2FA-7C71-3AAB-1038-D3F61052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157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D27EF-D72A-F9DA-1D5F-72E07B3A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995CEF-5357-2BDD-1232-097C0CEC8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17DA50-BC74-516D-E9C5-AA925671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9933FB-8D14-F958-B6F7-9B6877CD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3C04A0-925B-0EF0-A60C-7C39642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272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F0683-4B6A-3877-60F2-50DB4592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00E351-F08A-342B-47B0-C2F851818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D6FF6E-AF22-A012-A9DF-D8541D2E1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DBA067-695A-AFFA-CF0E-323B802E8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334E39-5C7F-739B-B8DA-0EF0D1E9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A71070-29B9-A0E3-671A-722D1AC8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62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8224F-7C08-BE02-1EA8-87E1ADDA8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8A8EBF-F7FC-62E9-2560-497E30451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F0D250-D49F-DDA4-6FB4-73FCC6C95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8BC29E-3384-EBC4-6285-B031982A6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445211-AB42-D862-225E-4802FC6D7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DE5CB5-BE28-DC13-408A-AF0B762F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7E31DC-5194-7294-7733-9DF90347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F6544B-2AA2-3440-FC48-A6978B22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257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F639C-C91C-7810-81AD-6F8390F8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0A75D2-222D-5D2B-CC97-A2D1D001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190759-29DE-639D-D922-0D5378B7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330017-187B-CB19-7383-4B7A89A7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966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8349A9-E477-4026-43D8-8B389397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C26D7A-BC80-70FE-95FD-8EE55AA3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EC8CCC-3651-459C-0C22-B7E00132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5969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9733-6C2F-959C-062D-5ADC39B8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5B643-D3FB-7526-3B42-6BB415265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E99AE6-DA70-C391-1315-50BE91744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A9EF03-01DE-ECE9-4DED-BD1712CA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924D8-E27D-BF30-E8D8-6549E728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3CDFC5-5F62-A9A0-3365-C9EB6889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221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6B443-0C4A-4CBC-207B-84FB32D2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722646-84B5-B387-1536-26A578BA9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3BC448-57F2-942C-AB7E-0A17CEE7A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CBCFDE-FBD7-7986-E433-84F15BAC3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23310E-1DEA-DE43-807F-069EE2FA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02549A-0DDD-89E7-4209-FEBE80F1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498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01BA4-DF0C-C716-4F7D-9F97F6AE9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3AD31D-472F-CDC1-9F77-34C6B5B0B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BEE42A-8AE7-C330-2788-ECA102DD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E62C38-B8CE-45C4-F1B8-94278FBF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03B846-A1F3-E55A-EEAA-6FEC81C7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274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059074-D63B-FB81-BDB9-9EC08DE54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6928C2-455F-9484-D309-72923FA0C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225F85-D96B-0427-DBD9-FCD416BD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695EF-6783-4EE6-2909-713589FD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E5CE5-5E72-2444-03D1-950FCD11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969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1F933E-1D74-50FB-99D6-FA939F04C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19EF53-56D6-803B-F055-C6149D8A8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5D9EB1-EDF2-EC5F-12B5-50DF528B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5F1C7-C7A4-2D4D-BFC5-9DE3EB3EE942}" type="datetimeFigureOut">
              <a:rPr kumimoji="1" lang="zh-CN" altLang="en-US" smtClean="0"/>
              <a:t>2025/9/24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10732B-21CA-5269-CC7D-B46F67E44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65FF88-EA80-90EB-B9E8-13479AEE7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D01B8-F436-DF49-A139-D8FFE37619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758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圆角矩形 72">
            <a:extLst>
              <a:ext uri="{FF2B5EF4-FFF2-40B4-BE49-F238E27FC236}">
                <a16:creationId xmlns:a16="http://schemas.microsoft.com/office/drawing/2014/main" id="{1DFC182E-AAEA-4DA5-1125-B800705DD736}"/>
              </a:ext>
            </a:extLst>
          </p:cNvPr>
          <p:cNvSpPr/>
          <p:nvPr/>
        </p:nvSpPr>
        <p:spPr>
          <a:xfrm>
            <a:off x="721794" y="4786371"/>
            <a:ext cx="6462584" cy="1589038"/>
          </a:xfrm>
          <a:prstGeom prst="roundRect">
            <a:avLst>
              <a:gd name="adj" fmla="val 8113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08095761-FD13-545F-CB3B-AB3952920C2C}"/>
              </a:ext>
            </a:extLst>
          </p:cNvPr>
          <p:cNvSpPr/>
          <p:nvPr/>
        </p:nvSpPr>
        <p:spPr>
          <a:xfrm>
            <a:off x="721794" y="2578442"/>
            <a:ext cx="6462584" cy="1589038"/>
          </a:xfrm>
          <a:prstGeom prst="roundRect">
            <a:avLst>
              <a:gd name="adj" fmla="val 8113"/>
            </a:avLst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5CAAEBB7-F359-0A5C-2BE1-9F41AB36A7EF}"/>
              </a:ext>
            </a:extLst>
          </p:cNvPr>
          <p:cNvSpPr/>
          <p:nvPr/>
        </p:nvSpPr>
        <p:spPr>
          <a:xfrm>
            <a:off x="721794" y="369770"/>
            <a:ext cx="6462584" cy="1589038"/>
          </a:xfrm>
          <a:prstGeom prst="roundRect">
            <a:avLst>
              <a:gd name="adj" fmla="val 8113"/>
            </a:avLst>
          </a:prstGeom>
          <a:solidFill>
            <a:schemeClr val="bg1">
              <a:lumMod val="95000"/>
            </a:schemeClr>
          </a:solidFill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E8DFA30-1CEE-0EBF-7AE9-D155FDEF68F2}"/>
              </a:ext>
            </a:extLst>
          </p:cNvPr>
          <p:cNvSpPr/>
          <p:nvPr/>
        </p:nvSpPr>
        <p:spPr>
          <a:xfrm>
            <a:off x="3324292" y="555186"/>
            <a:ext cx="358022" cy="359214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0DE0067-DE1B-10AF-0BEC-9156DE03B0FF}"/>
              </a:ext>
            </a:extLst>
          </p:cNvPr>
          <p:cNvCxnSpPr>
            <a:cxnSpLocks/>
            <a:stCxn id="4" idx="3"/>
            <a:endCxn id="11" idx="6"/>
          </p:cNvCxnSpPr>
          <p:nvPr/>
        </p:nvCxnSpPr>
        <p:spPr>
          <a:xfrm flipH="1">
            <a:off x="2517087" y="861794"/>
            <a:ext cx="859636" cy="47436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715E4AD2-7420-6FAE-EF27-8361B0E638BE}"/>
              </a:ext>
            </a:extLst>
          </p:cNvPr>
          <p:cNvSpPr/>
          <p:nvPr/>
        </p:nvSpPr>
        <p:spPr>
          <a:xfrm>
            <a:off x="2159065" y="1156552"/>
            <a:ext cx="358022" cy="359214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ACD17AA-9965-F6B3-DC79-5AA9E7121F2D}"/>
              </a:ext>
            </a:extLst>
          </p:cNvPr>
          <p:cNvSpPr/>
          <p:nvPr/>
        </p:nvSpPr>
        <p:spPr>
          <a:xfrm>
            <a:off x="4090838" y="1073232"/>
            <a:ext cx="358022" cy="359214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09C7C29-1BD5-6129-76DD-0E8F8EC779CC}"/>
              </a:ext>
            </a:extLst>
          </p:cNvPr>
          <p:cNvSpPr/>
          <p:nvPr/>
        </p:nvSpPr>
        <p:spPr>
          <a:xfrm>
            <a:off x="5338870" y="1156552"/>
            <a:ext cx="358022" cy="359214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31CB07D-AADB-93D1-2A7C-7155568AC0F8}"/>
              </a:ext>
            </a:extLst>
          </p:cNvPr>
          <p:cNvCxnSpPr>
            <a:cxnSpLocks/>
            <a:stCxn id="4" idx="6"/>
            <a:endCxn id="12" idx="1"/>
          </p:cNvCxnSpPr>
          <p:nvPr/>
        </p:nvCxnSpPr>
        <p:spPr>
          <a:xfrm>
            <a:off x="3682314" y="734793"/>
            <a:ext cx="460955" cy="39104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316D1735-F342-CDB3-BF7E-CBE7A3265D48}"/>
              </a:ext>
            </a:extLst>
          </p:cNvPr>
          <p:cNvCxnSpPr>
            <a:cxnSpLocks/>
            <a:stCxn id="4" idx="6"/>
            <a:endCxn id="13" idx="1"/>
          </p:cNvCxnSpPr>
          <p:nvPr/>
        </p:nvCxnSpPr>
        <p:spPr>
          <a:xfrm>
            <a:off x="3682314" y="734793"/>
            <a:ext cx="1708987" cy="47436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直接访问存储器 27">
            <a:extLst>
              <a:ext uri="{FF2B5EF4-FFF2-40B4-BE49-F238E27FC236}">
                <a16:creationId xmlns:a16="http://schemas.microsoft.com/office/drawing/2014/main" id="{38AB7F3B-478E-B4E8-6E6E-C2E8EE9AC237}"/>
              </a:ext>
            </a:extLst>
          </p:cNvPr>
          <p:cNvSpPr/>
          <p:nvPr/>
        </p:nvSpPr>
        <p:spPr>
          <a:xfrm rot="16200000">
            <a:off x="1329513" y="2916677"/>
            <a:ext cx="1145996" cy="1024647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直接访问存储器 28">
            <a:extLst>
              <a:ext uri="{FF2B5EF4-FFF2-40B4-BE49-F238E27FC236}">
                <a16:creationId xmlns:a16="http://schemas.microsoft.com/office/drawing/2014/main" id="{B7ECF165-AE90-9D36-B22A-087E46AAA4A8}"/>
              </a:ext>
            </a:extLst>
          </p:cNvPr>
          <p:cNvSpPr/>
          <p:nvPr/>
        </p:nvSpPr>
        <p:spPr>
          <a:xfrm rot="16200000">
            <a:off x="2751294" y="2916677"/>
            <a:ext cx="1145996" cy="1024647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直接访问存储器 30">
            <a:extLst>
              <a:ext uri="{FF2B5EF4-FFF2-40B4-BE49-F238E27FC236}">
                <a16:creationId xmlns:a16="http://schemas.microsoft.com/office/drawing/2014/main" id="{B3E9DAE8-ADE1-103E-0E91-A1068A62B6EA}"/>
              </a:ext>
            </a:extLst>
          </p:cNvPr>
          <p:cNvSpPr/>
          <p:nvPr/>
        </p:nvSpPr>
        <p:spPr>
          <a:xfrm rot="16200000">
            <a:off x="4173076" y="2916676"/>
            <a:ext cx="1145996" cy="1024647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直接访问存储器 31">
            <a:extLst>
              <a:ext uri="{FF2B5EF4-FFF2-40B4-BE49-F238E27FC236}">
                <a16:creationId xmlns:a16="http://schemas.microsoft.com/office/drawing/2014/main" id="{7189C237-F288-B76B-760A-798DFA222F33}"/>
              </a:ext>
            </a:extLst>
          </p:cNvPr>
          <p:cNvSpPr/>
          <p:nvPr/>
        </p:nvSpPr>
        <p:spPr>
          <a:xfrm rot="16200000">
            <a:off x="5523002" y="2916677"/>
            <a:ext cx="1145996" cy="1024647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60C98749-F979-3AB6-8676-10554DBC6125}"/>
              </a:ext>
            </a:extLst>
          </p:cNvPr>
          <p:cNvCxnSpPr>
            <a:cxnSpLocks/>
            <a:stCxn id="11" idx="4"/>
            <a:endCxn id="28" idx="4"/>
          </p:cNvCxnSpPr>
          <p:nvPr/>
        </p:nvCxnSpPr>
        <p:spPr>
          <a:xfrm flipH="1">
            <a:off x="1902511" y="1515766"/>
            <a:ext cx="435565" cy="1340237"/>
          </a:xfrm>
          <a:prstGeom prst="straightConnector1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075EE072-4349-2114-6FDF-914D549B7427}"/>
              </a:ext>
            </a:extLst>
          </p:cNvPr>
          <p:cNvCxnSpPr>
            <a:cxnSpLocks/>
            <a:stCxn id="4" idx="4"/>
            <a:endCxn id="29" idx="4"/>
          </p:cNvCxnSpPr>
          <p:nvPr/>
        </p:nvCxnSpPr>
        <p:spPr>
          <a:xfrm flipH="1">
            <a:off x="3324293" y="914400"/>
            <a:ext cx="179010" cy="1941603"/>
          </a:xfrm>
          <a:prstGeom prst="straightConnector1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E5004355-5804-F5CB-19D6-B88177F9D11F}"/>
              </a:ext>
            </a:extLst>
          </p:cNvPr>
          <p:cNvCxnSpPr>
            <a:cxnSpLocks/>
            <a:stCxn id="12" idx="4"/>
            <a:endCxn id="31" idx="4"/>
          </p:cNvCxnSpPr>
          <p:nvPr/>
        </p:nvCxnSpPr>
        <p:spPr>
          <a:xfrm>
            <a:off x="4269849" y="1432446"/>
            <a:ext cx="476226" cy="1423556"/>
          </a:xfrm>
          <a:prstGeom prst="straightConnector1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67FE2CCC-B6C6-46B8-FEF5-3C1E0771DAB4}"/>
              </a:ext>
            </a:extLst>
          </p:cNvPr>
          <p:cNvCxnSpPr>
            <a:cxnSpLocks/>
            <a:stCxn id="13" idx="4"/>
            <a:endCxn id="32" idx="4"/>
          </p:cNvCxnSpPr>
          <p:nvPr/>
        </p:nvCxnSpPr>
        <p:spPr>
          <a:xfrm>
            <a:off x="5517881" y="1515766"/>
            <a:ext cx="578120" cy="1340237"/>
          </a:xfrm>
          <a:prstGeom prst="straightConnector1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形 45">
            <a:extLst>
              <a:ext uri="{FF2B5EF4-FFF2-40B4-BE49-F238E27FC236}">
                <a16:creationId xmlns:a16="http://schemas.microsoft.com/office/drawing/2014/main" id="{7557CE06-B8EC-BA6C-38CA-DE4C76CFA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5003" y="3262184"/>
            <a:ext cx="622142" cy="622142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65B1C651-DCEE-16C6-7A99-F129ABCAD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3221" y="3262184"/>
            <a:ext cx="622142" cy="622142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72A32B50-2321-A92D-57FE-D10649BDA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8953" y="3262184"/>
            <a:ext cx="669109" cy="669109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0EAC590C-21BB-9095-C5F0-9D4971672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1445" y="3238700"/>
            <a:ext cx="669109" cy="669109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6EEE6E53-6207-7FEB-348B-BBDBB04D1320}"/>
              </a:ext>
            </a:extLst>
          </p:cNvPr>
          <p:cNvSpPr txBox="1"/>
          <p:nvPr/>
        </p:nvSpPr>
        <p:spPr>
          <a:xfrm>
            <a:off x="1508430" y="2858242"/>
            <a:ext cx="785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Bucket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6AC81DA-3E61-424D-2700-707F3F222DA3}"/>
              </a:ext>
            </a:extLst>
          </p:cNvPr>
          <p:cNvSpPr txBox="1"/>
          <p:nvPr/>
        </p:nvSpPr>
        <p:spPr>
          <a:xfrm>
            <a:off x="5722584" y="2858242"/>
            <a:ext cx="785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Bucket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88326A5-19B5-E58A-A357-B7E8E7AC39E5}"/>
              </a:ext>
            </a:extLst>
          </p:cNvPr>
          <p:cNvSpPr txBox="1"/>
          <p:nvPr/>
        </p:nvSpPr>
        <p:spPr>
          <a:xfrm>
            <a:off x="2959854" y="2856001"/>
            <a:ext cx="719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Graph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BFC7268-0BD9-4C00-F16D-8E30D7457C74}"/>
              </a:ext>
            </a:extLst>
          </p:cNvPr>
          <p:cNvSpPr txBox="1"/>
          <p:nvPr/>
        </p:nvSpPr>
        <p:spPr>
          <a:xfrm>
            <a:off x="4397958" y="2845885"/>
            <a:ext cx="719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Graph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30BD3E1-C9B0-312B-D27C-447F8DE23492}"/>
              </a:ext>
            </a:extLst>
          </p:cNvPr>
          <p:cNvGrpSpPr/>
          <p:nvPr/>
        </p:nvGrpSpPr>
        <p:grpSpPr>
          <a:xfrm>
            <a:off x="1284030" y="5039427"/>
            <a:ext cx="5319522" cy="1251030"/>
            <a:chOff x="1123389" y="4872177"/>
            <a:chExt cx="5673642" cy="144231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BBF8BA3B-FA7E-2310-11A0-4BC9F96B05A0}"/>
                </a:ext>
              </a:extLst>
            </p:cNvPr>
            <p:cNvSpPr/>
            <p:nvPr/>
          </p:nvSpPr>
          <p:spPr>
            <a:xfrm>
              <a:off x="1123389" y="4872177"/>
              <a:ext cx="1889832" cy="474366"/>
            </a:xfrm>
            <a:prstGeom prst="rect">
              <a:avLst/>
            </a:prstGeom>
            <a:pattFill prst="wdDn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C3951DF-9E82-6C45-2854-BD5CC0D0A4EC}"/>
                </a:ext>
              </a:extLst>
            </p:cNvPr>
            <p:cNvSpPr/>
            <p:nvPr/>
          </p:nvSpPr>
          <p:spPr>
            <a:xfrm>
              <a:off x="3008170" y="487217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202E019-58F8-91EE-E43E-2A7CB0F3E1C5}"/>
                </a:ext>
              </a:extLst>
            </p:cNvPr>
            <p:cNvSpPr/>
            <p:nvPr/>
          </p:nvSpPr>
          <p:spPr>
            <a:xfrm>
              <a:off x="4903083" y="4872177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4F64449-AC42-1367-9D02-9F8BF6FF29B4}"/>
                </a:ext>
              </a:extLst>
            </p:cNvPr>
            <p:cNvSpPr/>
            <p:nvPr/>
          </p:nvSpPr>
          <p:spPr>
            <a:xfrm>
              <a:off x="1127505" y="5358212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730F7198-D0A2-4E0A-A650-092BCD2C4489}"/>
                </a:ext>
              </a:extLst>
            </p:cNvPr>
            <p:cNvSpPr/>
            <p:nvPr/>
          </p:nvSpPr>
          <p:spPr>
            <a:xfrm>
              <a:off x="3012286" y="5358212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3FC54A9-AE1F-B4DA-98F0-BF4960053B80}"/>
                </a:ext>
              </a:extLst>
            </p:cNvPr>
            <p:cNvSpPr/>
            <p:nvPr/>
          </p:nvSpPr>
          <p:spPr>
            <a:xfrm>
              <a:off x="4907199" y="5358212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87754CE-5772-C9E0-67E1-196F0E439F96}"/>
                </a:ext>
              </a:extLst>
            </p:cNvPr>
            <p:cNvSpPr/>
            <p:nvPr/>
          </p:nvSpPr>
          <p:spPr>
            <a:xfrm>
              <a:off x="1127505" y="584012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9BAF3AFD-3BCA-DA21-CE22-2D25CD568F40}"/>
                </a:ext>
              </a:extLst>
            </p:cNvPr>
            <p:cNvSpPr/>
            <p:nvPr/>
          </p:nvSpPr>
          <p:spPr>
            <a:xfrm>
              <a:off x="3012286" y="5840127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4B935946-6111-5C0A-8E6F-950F4E5684AD}"/>
                </a:ext>
              </a:extLst>
            </p:cNvPr>
            <p:cNvSpPr/>
            <p:nvPr/>
          </p:nvSpPr>
          <p:spPr>
            <a:xfrm>
              <a:off x="4907199" y="584012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37D65C87-8E1E-01D0-00ED-50FC7C74C764}"/>
              </a:ext>
            </a:extLst>
          </p:cNvPr>
          <p:cNvSpPr txBox="1"/>
          <p:nvPr/>
        </p:nvSpPr>
        <p:spPr>
          <a:xfrm>
            <a:off x="728024" y="381681"/>
            <a:ext cx="16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Navigation Layer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0BAD55C-0D5C-7803-3C58-D43B6E5F8555}"/>
              </a:ext>
            </a:extLst>
          </p:cNvPr>
          <p:cNvSpPr txBox="1"/>
          <p:nvPr/>
        </p:nvSpPr>
        <p:spPr>
          <a:xfrm>
            <a:off x="701345" y="2559960"/>
            <a:ext cx="1212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Index Layer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3C4EDB5-B713-9536-23B4-309ACEBDE7F3}"/>
              </a:ext>
            </a:extLst>
          </p:cNvPr>
          <p:cNvSpPr txBox="1"/>
          <p:nvPr/>
        </p:nvSpPr>
        <p:spPr>
          <a:xfrm>
            <a:off x="721794" y="4738239"/>
            <a:ext cx="1383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Storage Layer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77" name="右弧形箭头 76">
            <a:extLst>
              <a:ext uri="{FF2B5EF4-FFF2-40B4-BE49-F238E27FC236}">
                <a16:creationId xmlns:a16="http://schemas.microsoft.com/office/drawing/2014/main" id="{74ACBD9C-7DA2-39E5-99C0-7BA0D6DCEAE1}"/>
              </a:ext>
            </a:extLst>
          </p:cNvPr>
          <p:cNvSpPr/>
          <p:nvPr/>
        </p:nvSpPr>
        <p:spPr>
          <a:xfrm rot="10611696">
            <a:off x="6905421" y="3614954"/>
            <a:ext cx="712328" cy="1710430"/>
          </a:xfrm>
          <a:prstGeom prst="curved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3038998-CDAE-B1B4-7074-15897C4F6EAB}"/>
              </a:ext>
            </a:extLst>
          </p:cNvPr>
          <p:cNvSpPr txBox="1"/>
          <p:nvPr/>
        </p:nvSpPr>
        <p:spPr>
          <a:xfrm>
            <a:off x="6857870" y="4276720"/>
            <a:ext cx="769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rerank</a:t>
            </a:r>
            <a:endParaRPr kumimoji="1" lang="zh-CN" altLang="en-US" sz="1600" dirty="0">
              <a:latin typeface="Cambria Math" panose="020405030504060302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3A22927-671B-DBA2-2032-E2BF12B55678}"/>
              </a:ext>
            </a:extLst>
          </p:cNvPr>
          <p:cNvSpPr txBox="1"/>
          <p:nvPr/>
        </p:nvSpPr>
        <p:spPr>
          <a:xfrm>
            <a:off x="4300259" y="477403"/>
            <a:ext cx="279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1. In-memory Entry Point</a:t>
            </a:r>
            <a:endParaRPr kumimoji="1" lang="zh-CN" altLang="en-US" b="1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81" name="曲线连接符 80">
            <a:extLst>
              <a:ext uri="{FF2B5EF4-FFF2-40B4-BE49-F238E27FC236}">
                <a16:creationId xmlns:a16="http://schemas.microsoft.com/office/drawing/2014/main" id="{00237E03-43F5-C827-AB4B-4DE07CC91C84}"/>
              </a:ext>
            </a:extLst>
          </p:cNvPr>
          <p:cNvCxnSpPr>
            <a:cxnSpLocks/>
          </p:cNvCxnSpPr>
          <p:nvPr/>
        </p:nvCxnSpPr>
        <p:spPr>
          <a:xfrm flipV="1">
            <a:off x="2863337" y="706265"/>
            <a:ext cx="413067" cy="118678"/>
          </a:xfrm>
          <a:prstGeom prst="curvedConnector3">
            <a:avLst>
              <a:gd name="adj1" fmla="val 50000"/>
            </a:avLst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D76BA466-62F0-22F2-1CC3-90C33D62F29A}"/>
              </a:ext>
            </a:extLst>
          </p:cNvPr>
          <p:cNvSpPr txBox="1"/>
          <p:nvPr/>
        </p:nvSpPr>
        <p:spPr>
          <a:xfrm>
            <a:off x="2185131" y="586365"/>
            <a:ext cx="722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Vector</a:t>
            </a:r>
          </a:p>
          <a:p>
            <a:r>
              <a:rPr kumimoji="1" lang="en-US" altLang="zh-CN" sz="1400" b="1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Search</a:t>
            </a:r>
            <a:endParaRPr kumimoji="1" lang="zh-CN" altLang="en-US" sz="1400" b="1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C07CE8D-4DE2-593B-F140-424E65DB2348}"/>
              </a:ext>
            </a:extLst>
          </p:cNvPr>
          <p:cNvSpPr txBox="1"/>
          <p:nvPr/>
        </p:nvSpPr>
        <p:spPr>
          <a:xfrm>
            <a:off x="4536807" y="2162188"/>
            <a:ext cx="306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 Choose Candidate Vectors</a:t>
            </a:r>
            <a:endParaRPr kumimoji="1" lang="zh-CN" altLang="en-US" b="1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F2D99FF4-4BAF-B38C-41C7-9ADCA424F84B}"/>
              </a:ext>
            </a:extLst>
          </p:cNvPr>
          <p:cNvSpPr txBox="1"/>
          <p:nvPr/>
        </p:nvSpPr>
        <p:spPr>
          <a:xfrm>
            <a:off x="4090838" y="4452398"/>
            <a:ext cx="3148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3. Get High-precision Vectors</a:t>
            </a:r>
            <a:endParaRPr kumimoji="1" lang="zh-CN" altLang="en-US" b="1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90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E110-A3D4-5161-99A5-9B9EAFF1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9A8702B-1213-06E3-5526-6B8CCD6B810C}"/>
              </a:ext>
            </a:extLst>
          </p:cNvPr>
          <p:cNvGrpSpPr/>
          <p:nvPr/>
        </p:nvGrpSpPr>
        <p:grpSpPr>
          <a:xfrm>
            <a:off x="776478" y="492141"/>
            <a:ext cx="5319522" cy="1251030"/>
            <a:chOff x="1123389" y="4872177"/>
            <a:chExt cx="5673642" cy="144231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0E78135-FF73-1E5E-206C-C2C3EAED2C45}"/>
                </a:ext>
              </a:extLst>
            </p:cNvPr>
            <p:cNvSpPr/>
            <p:nvPr/>
          </p:nvSpPr>
          <p:spPr>
            <a:xfrm>
              <a:off x="1123389" y="4872177"/>
              <a:ext cx="1889832" cy="474366"/>
            </a:xfrm>
            <a:prstGeom prst="rect">
              <a:avLst/>
            </a:prstGeom>
            <a:pattFill prst="wdDn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4B84FA-D309-FA49-0156-57CF405C6865}"/>
                </a:ext>
              </a:extLst>
            </p:cNvPr>
            <p:cNvSpPr/>
            <p:nvPr/>
          </p:nvSpPr>
          <p:spPr>
            <a:xfrm>
              <a:off x="3008170" y="487217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68E8F94-5FB7-EA63-6966-2C421F6E9DAB}"/>
                </a:ext>
              </a:extLst>
            </p:cNvPr>
            <p:cNvSpPr/>
            <p:nvPr/>
          </p:nvSpPr>
          <p:spPr>
            <a:xfrm>
              <a:off x="4903083" y="4872177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18094B9-E3C8-E309-9B72-449EA2B32021}"/>
                </a:ext>
              </a:extLst>
            </p:cNvPr>
            <p:cNvSpPr/>
            <p:nvPr/>
          </p:nvSpPr>
          <p:spPr>
            <a:xfrm>
              <a:off x="1127505" y="5358212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DD2D698-6535-5658-4B7F-B90FA2EE7F62}"/>
                </a:ext>
              </a:extLst>
            </p:cNvPr>
            <p:cNvSpPr/>
            <p:nvPr/>
          </p:nvSpPr>
          <p:spPr>
            <a:xfrm>
              <a:off x="3012286" y="5358212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B3909A4-D467-5143-E005-73D56CF83A70}"/>
                </a:ext>
              </a:extLst>
            </p:cNvPr>
            <p:cNvSpPr/>
            <p:nvPr/>
          </p:nvSpPr>
          <p:spPr>
            <a:xfrm>
              <a:off x="4907199" y="5358212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FB917F0-BC94-E940-973C-89DD5B88BB2C}"/>
                </a:ext>
              </a:extLst>
            </p:cNvPr>
            <p:cNvSpPr/>
            <p:nvPr/>
          </p:nvSpPr>
          <p:spPr>
            <a:xfrm>
              <a:off x="1127505" y="584012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FD23DB1-9F6C-0086-710E-64ADA3C203BD}"/>
                </a:ext>
              </a:extLst>
            </p:cNvPr>
            <p:cNvSpPr/>
            <p:nvPr/>
          </p:nvSpPr>
          <p:spPr>
            <a:xfrm>
              <a:off x="3012286" y="5840127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A81DDAF-F456-74A3-1380-8418268F87B4}"/>
                </a:ext>
              </a:extLst>
            </p:cNvPr>
            <p:cNvSpPr/>
            <p:nvPr/>
          </p:nvSpPr>
          <p:spPr>
            <a:xfrm>
              <a:off x="4907199" y="584012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BEE4DF6E-0BF0-BF74-D066-36FEEF132CB6}"/>
              </a:ext>
            </a:extLst>
          </p:cNvPr>
          <p:cNvSpPr/>
          <p:nvPr/>
        </p:nvSpPr>
        <p:spPr>
          <a:xfrm>
            <a:off x="720803" y="2853996"/>
            <a:ext cx="780473" cy="79083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D941BF-D06A-DA64-C7DB-337F8973926A}"/>
              </a:ext>
            </a:extLst>
          </p:cNvPr>
          <p:cNvSpPr/>
          <p:nvPr/>
        </p:nvSpPr>
        <p:spPr>
          <a:xfrm>
            <a:off x="2221462" y="2860174"/>
            <a:ext cx="780473" cy="79083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FCF732-3291-36F2-8D1D-942A7D7A9E87}"/>
              </a:ext>
            </a:extLst>
          </p:cNvPr>
          <p:cNvSpPr/>
          <p:nvPr/>
        </p:nvSpPr>
        <p:spPr>
          <a:xfrm>
            <a:off x="3722121" y="2853995"/>
            <a:ext cx="780473" cy="79083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B28927E-EE51-3E5B-93DA-52485C6B18C4}"/>
              </a:ext>
            </a:extLst>
          </p:cNvPr>
          <p:cNvSpPr/>
          <p:nvPr/>
        </p:nvSpPr>
        <p:spPr>
          <a:xfrm>
            <a:off x="5222781" y="2853994"/>
            <a:ext cx="780473" cy="79083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5201E3E3-4CF1-6280-7E90-735CA7F5DB9F}"/>
              </a:ext>
            </a:extLst>
          </p:cNvPr>
          <p:cNvGrpSpPr/>
          <p:nvPr/>
        </p:nvGrpSpPr>
        <p:grpSpPr>
          <a:xfrm>
            <a:off x="1099751" y="1973266"/>
            <a:ext cx="567260" cy="629508"/>
            <a:chOff x="1099751" y="1973266"/>
            <a:chExt cx="567260" cy="629508"/>
          </a:xfrm>
        </p:grpSpPr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B4AB0C5D-61DB-F92F-81E6-D6713FFB597B}"/>
                </a:ext>
              </a:extLst>
            </p:cNvPr>
            <p:cNvCxnSpPr>
              <a:cxnSpLocks/>
            </p:cNvCxnSpPr>
            <p:nvPr/>
          </p:nvCxnSpPr>
          <p:spPr>
            <a:xfrm>
              <a:off x="1099751" y="1973266"/>
              <a:ext cx="0" cy="62950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8E02CC0-485B-FC88-D15B-E8D18F48A7D3}"/>
                </a:ext>
              </a:extLst>
            </p:cNvPr>
            <p:cNvSpPr txBox="1"/>
            <p:nvPr/>
          </p:nvSpPr>
          <p:spPr>
            <a:xfrm>
              <a:off x="1148920" y="2113961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1%</a:t>
              </a:r>
              <a:endParaRPr kumimoji="1" lang="zh-CN" altLang="en-US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BA52EB4-D29F-61F7-D832-81B1CB14C7A8}"/>
              </a:ext>
            </a:extLst>
          </p:cNvPr>
          <p:cNvGrpSpPr/>
          <p:nvPr/>
        </p:nvGrpSpPr>
        <p:grpSpPr>
          <a:xfrm>
            <a:off x="787767" y="3022116"/>
            <a:ext cx="650211" cy="474179"/>
            <a:chOff x="6956854" y="1743171"/>
            <a:chExt cx="757282" cy="606561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A470A033-3D9B-754D-B89A-F7DF42ED9CA8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E4A47C47-1CEB-571F-45DF-4475FE645CE6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C4227BAF-CCF7-7998-4365-96C26FD715CD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26461456-3E60-65CE-6193-9C4C1A5D851A}"/>
                </a:ext>
              </a:extLst>
            </p:cNvPr>
            <p:cNvCxnSpPr>
              <a:cxnSpLocks/>
              <a:stCxn id="40" idx="6"/>
              <a:endCxn id="43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ABABB51B-EDA5-D83F-A33B-185F3635F0F6}"/>
                </a:ext>
              </a:extLst>
            </p:cNvPr>
            <p:cNvCxnSpPr>
              <a:cxnSpLocks/>
              <a:stCxn id="41" idx="6"/>
              <a:endCxn id="43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5AA7B637-2EDB-BEA5-1B22-6ED8D41B470B}"/>
              </a:ext>
            </a:extLst>
          </p:cNvPr>
          <p:cNvGrpSpPr/>
          <p:nvPr/>
        </p:nvGrpSpPr>
        <p:grpSpPr>
          <a:xfrm>
            <a:off x="2324749" y="3022116"/>
            <a:ext cx="650211" cy="474179"/>
            <a:chOff x="6956854" y="1743171"/>
            <a:chExt cx="757282" cy="606561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E1B83F10-5364-3BCE-E857-1FB548F1671C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146722B-8BFE-2F04-E0ED-E4AB21649281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E1D70074-39D6-15CB-483B-DFAA0CCAD9E0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DECB95EB-E524-A770-67A4-D50BF389C4E3}"/>
                </a:ext>
              </a:extLst>
            </p:cNvPr>
            <p:cNvCxnSpPr>
              <a:cxnSpLocks/>
              <a:stCxn id="82" idx="6"/>
              <a:endCxn id="84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080E98E8-352C-954E-AF7A-5D3993AD227A}"/>
                </a:ext>
              </a:extLst>
            </p:cNvPr>
            <p:cNvCxnSpPr>
              <a:cxnSpLocks/>
              <a:stCxn id="83" idx="6"/>
              <a:endCxn id="84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A74AD1F6-6D05-4847-5BB8-D3747ABDEC84}"/>
              </a:ext>
            </a:extLst>
          </p:cNvPr>
          <p:cNvGrpSpPr/>
          <p:nvPr/>
        </p:nvGrpSpPr>
        <p:grpSpPr>
          <a:xfrm>
            <a:off x="3787251" y="3022116"/>
            <a:ext cx="650211" cy="474179"/>
            <a:chOff x="6956854" y="1743171"/>
            <a:chExt cx="757282" cy="606561"/>
          </a:xfrm>
        </p:grpSpPr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47A6B49A-D451-EA03-3947-68D0439B59D0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69245264-ED88-CF94-A24C-DE431DC2FC17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E156752D-3F62-FF8B-84D4-BD484151C21A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F9035CAD-6D0D-7E10-6C80-1DAEDDFE4B99}"/>
                </a:ext>
              </a:extLst>
            </p:cNvPr>
            <p:cNvCxnSpPr>
              <a:cxnSpLocks/>
              <a:stCxn id="91" idx="6"/>
              <a:endCxn id="93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连接符 94">
              <a:extLst>
                <a:ext uri="{FF2B5EF4-FFF2-40B4-BE49-F238E27FC236}">
                  <a16:creationId xmlns:a16="http://schemas.microsoft.com/office/drawing/2014/main" id="{353B1965-B32A-C966-5767-AC2A9ECA1903}"/>
                </a:ext>
              </a:extLst>
            </p:cNvPr>
            <p:cNvCxnSpPr>
              <a:cxnSpLocks/>
              <a:stCxn id="92" idx="6"/>
              <a:endCxn id="93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CE7838CA-B2B7-A9E8-7013-E58754A552E1}"/>
              </a:ext>
            </a:extLst>
          </p:cNvPr>
          <p:cNvGrpSpPr/>
          <p:nvPr/>
        </p:nvGrpSpPr>
        <p:grpSpPr>
          <a:xfrm>
            <a:off x="5322915" y="3022116"/>
            <a:ext cx="650211" cy="474179"/>
            <a:chOff x="6956854" y="1743171"/>
            <a:chExt cx="757282" cy="606561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8E7473B9-3B16-09AD-1D6A-94E8AA213E9F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EAA417E2-9D7C-4791-5409-69CCF99339DC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30E28184-CBF4-0B8B-EAE7-E70F705CA708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00" name="直线连接符 99">
              <a:extLst>
                <a:ext uri="{FF2B5EF4-FFF2-40B4-BE49-F238E27FC236}">
                  <a16:creationId xmlns:a16="http://schemas.microsoft.com/office/drawing/2014/main" id="{6E1D5AD4-FF3A-F9DF-1112-389B4A6ABB28}"/>
                </a:ext>
              </a:extLst>
            </p:cNvPr>
            <p:cNvCxnSpPr>
              <a:cxnSpLocks/>
              <a:stCxn id="97" idx="6"/>
              <a:endCxn id="99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4630240A-2FC4-BE1D-6830-2F49B86140FA}"/>
                </a:ext>
              </a:extLst>
            </p:cNvPr>
            <p:cNvCxnSpPr>
              <a:cxnSpLocks/>
              <a:stCxn id="98" idx="6"/>
              <a:endCxn id="99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0AD58675-9855-C50F-DEE5-3401E2063049}"/>
              </a:ext>
            </a:extLst>
          </p:cNvPr>
          <p:cNvCxnSpPr>
            <a:cxnSpLocks/>
          </p:cNvCxnSpPr>
          <p:nvPr/>
        </p:nvCxnSpPr>
        <p:spPr>
          <a:xfrm>
            <a:off x="1278832" y="3894718"/>
            <a:ext cx="634910" cy="528047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45B857EA-7852-134F-B567-42869B0A952B}"/>
              </a:ext>
            </a:extLst>
          </p:cNvPr>
          <p:cNvCxnSpPr>
            <a:cxnSpLocks/>
          </p:cNvCxnSpPr>
          <p:nvPr/>
        </p:nvCxnSpPr>
        <p:spPr>
          <a:xfrm>
            <a:off x="2610112" y="3824748"/>
            <a:ext cx="285275" cy="51882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A5EFE9B8-2985-C3A9-2A5B-24D13B9F908E}"/>
              </a:ext>
            </a:extLst>
          </p:cNvPr>
          <p:cNvCxnSpPr>
            <a:cxnSpLocks/>
          </p:cNvCxnSpPr>
          <p:nvPr/>
        </p:nvCxnSpPr>
        <p:spPr>
          <a:xfrm flipH="1">
            <a:off x="3946396" y="3824747"/>
            <a:ext cx="205747" cy="518824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26007FEA-2E41-3608-9007-3120CBD9A1AB}"/>
              </a:ext>
            </a:extLst>
          </p:cNvPr>
          <p:cNvCxnSpPr>
            <a:cxnSpLocks/>
          </p:cNvCxnSpPr>
          <p:nvPr/>
        </p:nvCxnSpPr>
        <p:spPr>
          <a:xfrm flipH="1">
            <a:off x="5210061" y="3824747"/>
            <a:ext cx="437959" cy="518824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ED35A239-86CC-A443-25D7-5F0E0691BC8B}"/>
              </a:ext>
            </a:extLst>
          </p:cNvPr>
          <p:cNvGrpSpPr/>
          <p:nvPr/>
        </p:nvGrpSpPr>
        <p:grpSpPr>
          <a:xfrm>
            <a:off x="1805564" y="4381388"/>
            <a:ext cx="3596924" cy="1266454"/>
            <a:chOff x="1701187" y="4900768"/>
            <a:chExt cx="3611119" cy="1378137"/>
          </a:xfrm>
        </p:grpSpPr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18585113-FF07-390A-0C2B-35ACC1ACC669}"/>
                </a:ext>
              </a:extLst>
            </p:cNvPr>
            <p:cNvSpPr/>
            <p:nvPr/>
          </p:nvSpPr>
          <p:spPr>
            <a:xfrm>
              <a:off x="2393450" y="5088470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75A9D36F-7DD2-E86A-0786-008ECE7120E9}"/>
                </a:ext>
              </a:extLst>
            </p:cNvPr>
            <p:cNvSpPr/>
            <p:nvPr/>
          </p:nvSpPr>
          <p:spPr>
            <a:xfrm>
              <a:off x="2589611" y="5732370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2F0EE64F-CBD8-C0F5-634D-73DEACEBA740}"/>
                </a:ext>
              </a:extLst>
            </p:cNvPr>
            <p:cNvSpPr/>
            <p:nvPr/>
          </p:nvSpPr>
          <p:spPr>
            <a:xfrm>
              <a:off x="2987058" y="5347083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41850090-7F06-66DC-44C2-D0FC94A2CDAC}"/>
                </a:ext>
              </a:extLst>
            </p:cNvPr>
            <p:cNvCxnSpPr>
              <a:cxnSpLocks/>
              <a:stCxn id="107" idx="6"/>
              <a:endCxn id="109" idx="2"/>
            </p:cNvCxnSpPr>
            <p:nvPr/>
          </p:nvCxnSpPr>
          <p:spPr>
            <a:xfrm>
              <a:off x="2606878" y="5200011"/>
              <a:ext cx="380180" cy="258613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76C587BF-4821-D5D1-ECDC-FB7E133E0FA1}"/>
                </a:ext>
              </a:extLst>
            </p:cNvPr>
            <p:cNvSpPr/>
            <p:nvPr/>
          </p:nvSpPr>
          <p:spPr>
            <a:xfrm>
              <a:off x="3459918" y="5928716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007C5A76-BBFC-5A53-CFC0-6351F411C197}"/>
                </a:ext>
              </a:extLst>
            </p:cNvPr>
            <p:cNvSpPr/>
            <p:nvPr/>
          </p:nvSpPr>
          <p:spPr>
            <a:xfrm>
              <a:off x="3732968" y="5458624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B87DBA6C-019E-12B7-B8A0-DB908B9A0D72}"/>
                </a:ext>
              </a:extLst>
            </p:cNvPr>
            <p:cNvSpPr/>
            <p:nvPr/>
          </p:nvSpPr>
          <p:spPr>
            <a:xfrm>
              <a:off x="3246491" y="4900768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197E5FF2-9645-5FB8-B3E6-8D6E7115FABF}"/>
                </a:ext>
              </a:extLst>
            </p:cNvPr>
            <p:cNvCxnSpPr>
              <a:cxnSpLocks/>
              <a:stCxn id="107" idx="6"/>
              <a:endCxn id="114" idx="2"/>
            </p:cNvCxnSpPr>
            <p:nvPr/>
          </p:nvCxnSpPr>
          <p:spPr>
            <a:xfrm flipV="1">
              <a:off x="2606878" y="5012309"/>
              <a:ext cx="639613" cy="187702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连接符 117">
              <a:extLst>
                <a:ext uri="{FF2B5EF4-FFF2-40B4-BE49-F238E27FC236}">
                  <a16:creationId xmlns:a16="http://schemas.microsoft.com/office/drawing/2014/main" id="{62932DC6-3888-7281-1DD5-1874C2EDBC48}"/>
                </a:ext>
              </a:extLst>
            </p:cNvPr>
            <p:cNvCxnSpPr>
              <a:cxnSpLocks/>
              <a:stCxn id="109" idx="5"/>
              <a:endCxn id="112" idx="1"/>
            </p:cNvCxnSpPr>
            <p:nvPr/>
          </p:nvCxnSpPr>
          <p:spPr>
            <a:xfrm>
              <a:off x="3169231" y="5537495"/>
              <a:ext cx="321943" cy="42389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92B8A315-B4FE-C783-38C7-DC1452C7F016}"/>
                </a:ext>
              </a:extLst>
            </p:cNvPr>
            <p:cNvCxnSpPr>
              <a:cxnSpLocks/>
              <a:stCxn id="114" idx="5"/>
              <a:endCxn id="113" idx="1"/>
            </p:cNvCxnSpPr>
            <p:nvPr/>
          </p:nvCxnSpPr>
          <p:spPr>
            <a:xfrm>
              <a:off x="3428663" y="5091179"/>
              <a:ext cx="335561" cy="400114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AA3D56F9-F2AB-3261-12A3-5AC9A89F012E}"/>
                </a:ext>
              </a:extLst>
            </p:cNvPr>
            <p:cNvCxnSpPr>
              <a:cxnSpLocks/>
              <a:stCxn id="109" idx="7"/>
              <a:endCxn id="114" idx="4"/>
            </p:cNvCxnSpPr>
            <p:nvPr/>
          </p:nvCxnSpPr>
          <p:spPr>
            <a:xfrm flipV="1">
              <a:off x="3169231" y="5123849"/>
              <a:ext cx="183975" cy="255904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D06DBDEF-7B92-9233-B94A-DACF4126A5D9}"/>
                </a:ext>
              </a:extLst>
            </p:cNvPr>
            <p:cNvSpPr/>
            <p:nvPr/>
          </p:nvSpPr>
          <p:spPr>
            <a:xfrm>
              <a:off x="4315499" y="5012308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6DF468B8-B415-6DD0-D9F9-7CC3F5C857E1}"/>
                </a:ext>
              </a:extLst>
            </p:cNvPr>
            <p:cNvSpPr/>
            <p:nvPr/>
          </p:nvSpPr>
          <p:spPr>
            <a:xfrm>
              <a:off x="4405731" y="5832743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57368877-FC1F-F375-F6A0-AE4D80CA3802}"/>
                </a:ext>
              </a:extLst>
            </p:cNvPr>
            <p:cNvSpPr/>
            <p:nvPr/>
          </p:nvSpPr>
          <p:spPr>
            <a:xfrm>
              <a:off x="5098878" y="5218402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F8D6985D-CC8E-7061-D660-0A35C0CD1737}"/>
                </a:ext>
              </a:extLst>
            </p:cNvPr>
            <p:cNvSpPr/>
            <p:nvPr/>
          </p:nvSpPr>
          <p:spPr>
            <a:xfrm>
              <a:off x="2127170" y="6055824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7D0AD46A-343E-F275-EE88-2DD765D46ACE}"/>
                </a:ext>
              </a:extLst>
            </p:cNvPr>
            <p:cNvSpPr/>
            <p:nvPr/>
          </p:nvSpPr>
          <p:spPr>
            <a:xfrm>
              <a:off x="1701187" y="5274901"/>
              <a:ext cx="213428" cy="2230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65" name="直线连接符 164">
              <a:extLst>
                <a:ext uri="{FF2B5EF4-FFF2-40B4-BE49-F238E27FC236}">
                  <a16:creationId xmlns:a16="http://schemas.microsoft.com/office/drawing/2014/main" id="{588F652C-06A9-BDE9-63FD-FCB0D6D0AB27}"/>
                </a:ext>
              </a:extLst>
            </p:cNvPr>
            <p:cNvCxnSpPr>
              <a:cxnSpLocks/>
              <a:stCxn id="164" idx="6"/>
              <a:endCxn id="107" idx="2"/>
            </p:cNvCxnSpPr>
            <p:nvPr/>
          </p:nvCxnSpPr>
          <p:spPr>
            <a:xfrm flipV="1">
              <a:off x="1914615" y="5200011"/>
              <a:ext cx="478835" cy="18643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线连接符 167">
              <a:extLst>
                <a:ext uri="{FF2B5EF4-FFF2-40B4-BE49-F238E27FC236}">
                  <a16:creationId xmlns:a16="http://schemas.microsoft.com/office/drawing/2014/main" id="{16715EDB-A252-1450-F20A-75050DF3D7CF}"/>
                </a:ext>
              </a:extLst>
            </p:cNvPr>
            <p:cNvCxnSpPr>
              <a:cxnSpLocks/>
              <a:stCxn id="164" idx="5"/>
              <a:endCxn id="163" idx="0"/>
            </p:cNvCxnSpPr>
            <p:nvPr/>
          </p:nvCxnSpPr>
          <p:spPr>
            <a:xfrm>
              <a:off x="1883359" y="5465313"/>
              <a:ext cx="350525" cy="590510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线连接符 171">
              <a:extLst>
                <a:ext uri="{FF2B5EF4-FFF2-40B4-BE49-F238E27FC236}">
                  <a16:creationId xmlns:a16="http://schemas.microsoft.com/office/drawing/2014/main" id="{70218121-DC65-DF2B-1665-50C1939CB858}"/>
                </a:ext>
              </a:extLst>
            </p:cNvPr>
            <p:cNvCxnSpPr>
              <a:cxnSpLocks/>
              <a:stCxn id="108" idx="3"/>
              <a:endCxn id="163" idx="6"/>
            </p:cNvCxnSpPr>
            <p:nvPr/>
          </p:nvCxnSpPr>
          <p:spPr>
            <a:xfrm flipH="1">
              <a:off x="2340598" y="5922782"/>
              <a:ext cx="280269" cy="244583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线连接符 174">
              <a:extLst>
                <a:ext uri="{FF2B5EF4-FFF2-40B4-BE49-F238E27FC236}">
                  <a16:creationId xmlns:a16="http://schemas.microsoft.com/office/drawing/2014/main" id="{BC936A7F-DE56-3620-774E-16535C6FCC53}"/>
                </a:ext>
              </a:extLst>
            </p:cNvPr>
            <p:cNvCxnSpPr>
              <a:cxnSpLocks/>
              <a:stCxn id="112" idx="2"/>
              <a:endCxn id="163" idx="6"/>
            </p:cNvCxnSpPr>
            <p:nvPr/>
          </p:nvCxnSpPr>
          <p:spPr>
            <a:xfrm flipH="1">
              <a:off x="2340598" y="6040257"/>
              <a:ext cx="1119320" cy="12710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35F7DD0A-A24D-5C6D-FAD5-9A6DC3F08254}"/>
                </a:ext>
              </a:extLst>
            </p:cNvPr>
            <p:cNvCxnSpPr>
              <a:cxnSpLocks/>
              <a:stCxn id="160" idx="3"/>
              <a:endCxn id="113" idx="6"/>
            </p:cNvCxnSpPr>
            <p:nvPr/>
          </p:nvCxnSpPr>
          <p:spPr>
            <a:xfrm flipH="1">
              <a:off x="3946396" y="5202720"/>
              <a:ext cx="400359" cy="367445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6357D343-480F-B91B-3B6E-2E5A1FCD4F46}"/>
                </a:ext>
              </a:extLst>
            </p:cNvPr>
            <p:cNvCxnSpPr>
              <a:cxnSpLocks/>
              <a:stCxn id="160" idx="6"/>
              <a:endCxn id="162" idx="2"/>
            </p:cNvCxnSpPr>
            <p:nvPr/>
          </p:nvCxnSpPr>
          <p:spPr>
            <a:xfrm>
              <a:off x="4528927" y="5123849"/>
              <a:ext cx="569951" cy="206094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线连接符 192">
              <a:extLst>
                <a:ext uri="{FF2B5EF4-FFF2-40B4-BE49-F238E27FC236}">
                  <a16:creationId xmlns:a16="http://schemas.microsoft.com/office/drawing/2014/main" id="{CE20BCCB-BB04-AC15-AC26-8206B315F784}"/>
                </a:ext>
              </a:extLst>
            </p:cNvPr>
            <p:cNvCxnSpPr>
              <a:cxnSpLocks/>
              <a:stCxn id="162" idx="2"/>
              <a:endCxn id="161" idx="7"/>
            </p:cNvCxnSpPr>
            <p:nvPr/>
          </p:nvCxnSpPr>
          <p:spPr>
            <a:xfrm flipH="1">
              <a:off x="4587903" y="5329943"/>
              <a:ext cx="510975" cy="535469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21B9D037-E60E-BA94-3FE1-F83E71ACA2D8}"/>
              </a:ext>
            </a:extLst>
          </p:cNvPr>
          <p:cNvGrpSpPr/>
          <p:nvPr/>
        </p:nvGrpSpPr>
        <p:grpSpPr>
          <a:xfrm>
            <a:off x="2611757" y="1944938"/>
            <a:ext cx="567260" cy="629508"/>
            <a:chOff x="1099751" y="1973266"/>
            <a:chExt cx="567260" cy="629508"/>
          </a:xfrm>
        </p:grpSpPr>
        <p:cxnSp>
          <p:nvCxnSpPr>
            <p:cNvPr id="223" name="直线箭头连接符 222">
              <a:extLst>
                <a:ext uri="{FF2B5EF4-FFF2-40B4-BE49-F238E27FC236}">
                  <a16:creationId xmlns:a16="http://schemas.microsoft.com/office/drawing/2014/main" id="{02F026FB-991E-8D46-3C53-D0E20D36B3B8}"/>
                </a:ext>
              </a:extLst>
            </p:cNvPr>
            <p:cNvCxnSpPr>
              <a:cxnSpLocks/>
            </p:cNvCxnSpPr>
            <p:nvPr/>
          </p:nvCxnSpPr>
          <p:spPr>
            <a:xfrm>
              <a:off x="1099751" y="1973266"/>
              <a:ext cx="0" cy="62950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7BBF0DC2-572F-65DA-CB76-569775F0929B}"/>
                </a:ext>
              </a:extLst>
            </p:cNvPr>
            <p:cNvSpPr txBox="1"/>
            <p:nvPr/>
          </p:nvSpPr>
          <p:spPr>
            <a:xfrm>
              <a:off x="1148920" y="2113961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1%</a:t>
              </a:r>
              <a:endParaRPr kumimoji="1" lang="zh-CN" altLang="en-US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4FD17B6B-9C74-E75E-8D92-51E7355C9FBD}"/>
              </a:ext>
            </a:extLst>
          </p:cNvPr>
          <p:cNvGrpSpPr/>
          <p:nvPr/>
        </p:nvGrpSpPr>
        <p:grpSpPr>
          <a:xfrm>
            <a:off x="4078401" y="1974579"/>
            <a:ext cx="567260" cy="629508"/>
            <a:chOff x="1099751" y="1973266"/>
            <a:chExt cx="567260" cy="629508"/>
          </a:xfrm>
        </p:grpSpPr>
        <p:cxnSp>
          <p:nvCxnSpPr>
            <p:cNvPr id="226" name="直线箭头连接符 225">
              <a:extLst>
                <a:ext uri="{FF2B5EF4-FFF2-40B4-BE49-F238E27FC236}">
                  <a16:creationId xmlns:a16="http://schemas.microsoft.com/office/drawing/2014/main" id="{A9B6ECB5-13C3-84C6-3E9B-FB138285C844}"/>
                </a:ext>
              </a:extLst>
            </p:cNvPr>
            <p:cNvCxnSpPr>
              <a:cxnSpLocks/>
            </p:cNvCxnSpPr>
            <p:nvPr/>
          </p:nvCxnSpPr>
          <p:spPr>
            <a:xfrm>
              <a:off x="1099751" y="1973266"/>
              <a:ext cx="0" cy="62950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2B72DC0A-E6B2-4B13-7D13-A1EBCACF0968}"/>
                </a:ext>
              </a:extLst>
            </p:cNvPr>
            <p:cNvSpPr txBox="1"/>
            <p:nvPr/>
          </p:nvSpPr>
          <p:spPr>
            <a:xfrm>
              <a:off x="1148920" y="2113961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1%</a:t>
              </a:r>
              <a:endParaRPr kumimoji="1" lang="zh-CN" altLang="en-US" dirty="0">
                <a:latin typeface="Cambria Math" panose="02040503050406030204" pitchFamily="18" charset="0"/>
              </a:endParaRPr>
            </a:p>
          </p:txBody>
        </p:sp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DB141C51-7E30-72BA-006A-56FFD2B9F8D6}"/>
              </a:ext>
            </a:extLst>
          </p:cNvPr>
          <p:cNvGrpSpPr/>
          <p:nvPr/>
        </p:nvGrpSpPr>
        <p:grpSpPr>
          <a:xfrm>
            <a:off x="5613017" y="1973266"/>
            <a:ext cx="567260" cy="629508"/>
            <a:chOff x="1099751" y="1973266"/>
            <a:chExt cx="567260" cy="629508"/>
          </a:xfrm>
        </p:grpSpPr>
        <p:cxnSp>
          <p:nvCxnSpPr>
            <p:cNvPr id="229" name="直线箭头连接符 228">
              <a:extLst>
                <a:ext uri="{FF2B5EF4-FFF2-40B4-BE49-F238E27FC236}">
                  <a16:creationId xmlns:a16="http://schemas.microsoft.com/office/drawing/2014/main" id="{280849E7-5066-8B4F-6C72-4C5C7AFA801A}"/>
                </a:ext>
              </a:extLst>
            </p:cNvPr>
            <p:cNvCxnSpPr>
              <a:cxnSpLocks/>
            </p:cNvCxnSpPr>
            <p:nvPr/>
          </p:nvCxnSpPr>
          <p:spPr>
            <a:xfrm>
              <a:off x="1099751" y="1973266"/>
              <a:ext cx="0" cy="62950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CE612FF7-9F3B-179E-F3FA-2B66E06DC76D}"/>
                </a:ext>
              </a:extLst>
            </p:cNvPr>
            <p:cNvSpPr txBox="1"/>
            <p:nvPr/>
          </p:nvSpPr>
          <p:spPr>
            <a:xfrm>
              <a:off x="1148920" y="2113961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1%</a:t>
              </a:r>
              <a:endParaRPr kumimoji="1" lang="zh-CN" altLang="en-US" dirty="0">
                <a:latin typeface="Cambria Math" panose="02040503050406030204" pitchFamily="18" charset="0"/>
              </a:endParaRPr>
            </a:p>
          </p:txBody>
        </p:sp>
      </p:grpSp>
      <p:cxnSp>
        <p:nvCxnSpPr>
          <p:cNvPr id="232" name="直线箭头连接符 231">
            <a:extLst>
              <a:ext uri="{FF2B5EF4-FFF2-40B4-BE49-F238E27FC236}">
                <a16:creationId xmlns:a16="http://schemas.microsoft.com/office/drawing/2014/main" id="{5E485681-3F62-4539-52F9-0B48D6E1E9CA}"/>
              </a:ext>
            </a:extLst>
          </p:cNvPr>
          <p:cNvCxnSpPr>
            <a:cxnSpLocks/>
          </p:cNvCxnSpPr>
          <p:nvPr/>
        </p:nvCxnSpPr>
        <p:spPr>
          <a:xfrm>
            <a:off x="3663676" y="5647842"/>
            <a:ext cx="0" cy="481109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椭圆 234">
            <a:extLst>
              <a:ext uri="{FF2B5EF4-FFF2-40B4-BE49-F238E27FC236}">
                <a16:creationId xmlns:a16="http://schemas.microsoft.com/office/drawing/2014/main" id="{F6CB1AF7-D4F1-8D62-F280-7F882B428796}"/>
              </a:ext>
            </a:extLst>
          </p:cNvPr>
          <p:cNvSpPr/>
          <p:nvPr/>
        </p:nvSpPr>
        <p:spPr>
          <a:xfrm>
            <a:off x="1118193" y="6356952"/>
            <a:ext cx="212589" cy="2050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7FDBEF25-1F8A-C3EE-49C0-0EF1B7409F79}"/>
              </a:ext>
            </a:extLst>
          </p:cNvPr>
          <p:cNvSpPr/>
          <p:nvPr/>
        </p:nvSpPr>
        <p:spPr>
          <a:xfrm>
            <a:off x="2039242" y="6371633"/>
            <a:ext cx="212589" cy="20500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7" name="椭圆 236">
            <a:extLst>
              <a:ext uri="{FF2B5EF4-FFF2-40B4-BE49-F238E27FC236}">
                <a16:creationId xmlns:a16="http://schemas.microsoft.com/office/drawing/2014/main" id="{684BFB2A-4913-C630-41DB-C658391E8B97}"/>
              </a:ext>
            </a:extLst>
          </p:cNvPr>
          <p:cNvSpPr/>
          <p:nvPr/>
        </p:nvSpPr>
        <p:spPr>
          <a:xfrm>
            <a:off x="2960291" y="6371633"/>
            <a:ext cx="212589" cy="20500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391C03E0-7F48-7453-B47A-4D51ED135A9D}"/>
              </a:ext>
            </a:extLst>
          </p:cNvPr>
          <p:cNvSpPr/>
          <p:nvPr/>
        </p:nvSpPr>
        <p:spPr>
          <a:xfrm>
            <a:off x="3881340" y="6365859"/>
            <a:ext cx="212589" cy="205003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50C6FE27-F08E-7FDF-CD32-EEB84E435BE8}"/>
              </a:ext>
            </a:extLst>
          </p:cNvPr>
          <p:cNvSpPr/>
          <p:nvPr/>
        </p:nvSpPr>
        <p:spPr>
          <a:xfrm>
            <a:off x="4799748" y="6365859"/>
            <a:ext cx="212589" cy="2050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0C8E1AA8-4223-73C3-A6A4-4B8AB2FE11A0}"/>
              </a:ext>
            </a:extLst>
          </p:cNvPr>
          <p:cNvSpPr/>
          <p:nvPr/>
        </p:nvSpPr>
        <p:spPr>
          <a:xfrm>
            <a:off x="5618800" y="6356951"/>
            <a:ext cx="212589" cy="20500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84675038-B629-23AB-34CB-6684057871EF}"/>
              </a:ext>
            </a:extLst>
          </p:cNvPr>
          <p:cNvSpPr txBox="1"/>
          <p:nvPr/>
        </p:nvSpPr>
        <p:spPr>
          <a:xfrm>
            <a:off x="6400800" y="9356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原始文件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DA91CEAD-2B66-7D22-355C-126C75D120A1}"/>
              </a:ext>
            </a:extLst>
          </p:cNvPr>
          <p:cNvSpPr txBox="1"/>
          <p:nvPr/>
        </p:nvSpPr>
        <p:spPr>
          <a:xfrm>
            <a:off x="6400800" y="20750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多次采样</a:t>
            </a: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8563E8C3-A09B-952C-B84A-AC6EB0E94CF5}"/>
              </a:ext>
            </a:extLst>
          </p:cNvPr>
          <p:cNvSpPr txBox="1"/>
          <p:nvPr/>
        </p:nvSpPr>
        <p:spPr>
          <a:xfrm>
            <a:off x="6285384" y="302974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分布式聚类</a:t>
            </a: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6C2E1551-275E-F34B-47F3-7C360AEC8DD4}"/>
              </a:ext>
            </a:extLst>
          </p:cNvPr>
          <p:cNvSpPr txBox="1"/>
          <p:nvPr/>
        </p:nvSpPr>
        <p:spPr>
          <a:xfrm>
            <a:off x="6285384" y="45707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集中式聚类</a:t>
            </a: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C4AF353C-C91A-F002-D113-E0674BBA0D9E}"/>
              </a:ext>
            </a:extLst>
          </p:cNvPr>
          <p:cNvSpPr txBox="1"/>
          <p:nvPr/>
        </p:nvSpPr>
        <p:spPr>
          <a:xfrm>
            <a:off x="6400800" y="62747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质心结果</a:t>
            </a:r>
          </a:p>
        </p:txBody>
      </p:sp>
    </p:spTree>
    <p:extLst>
      <p:ext uri="{BB962C8B-B14F-4D97-AF65-F5344CB8AC3E}">
        <p14:creationId xmlns:p14="http://schemas.microsoft.com/office/powerpoint/2010/main" val="1818957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4974-96FD-4EBF-4C04-E196DCFA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圆角矩形 33">
            <a:extLst>
              <a:ext uri="{FF2B5EF4-FFF2-40B4-BE49-F238E27FC236}">
                <a16:creationId xmlns:a16="http://schemas.microsoft.com/office/drawing/2014/main" id="{FE29A831-4596-B98F-ADD4-FF296A978E8F}"/>
              </a:ext>
            </a:extLst>
          </p:cNvPr>
          <p:cNvSpPr/>
          <p:nvPr/>
        </p:nvSpPr>
        <p:spPr>
          <a:xfrm>
            <a:off x="518984" y="320159"/>
            <a:ext cx="5918886" cy="1589038"/>
          </a:xfrm>
          <a:prstGeom prst="roundRect">
            <a:avLst>
              <a:gd name="adj" fmla="val 8113"/>
            </a:avLst>
          </a:prstGeom>
          <a:solidFill>
            <a:schemeClr val="bg1">
              <a:lumMod val="95000"/>
            </a:schemeClr>
          </a:solidFill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38E2C6B-5613-0CAD-1FCD-EC21545C9423}"/>
              </a:ext>
            </a:extLst>
          </p:cNvPr>
          <p:cNvGrpSpPr/>
          <p:nvPr/>
        </p:nvGrpSpPr>
        <p:grpSpPr>
          <a:xfrm>
            <a:off x="776478" y="492141"/>
            <a:ext cx="5319522" cy="1251030"/>
            <a:chOff x="1123389" y="4872177"/>
            <a:chExt cx="5673642" cy="144231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8C9D291-92F0-E4BD-A42F-B6D4914518D7}"/>
                </a:ext>
              </a:extLst>
            </p:cNvPr>
            <p:cNvSpPr/>
            <p:nvPr/>
          </p:nvSpPr>
          <p:spPr>
            <a:xfrm>
              <a:off x="1123389" y="4872177"/>
              <a:ext cx="1889832" cy="474366"/>
            </a:xfrm>
            <a:prstGeom prst="rect">
              <a:avLst/>
            </a:prstGeom>
            <a:pattFill prst="wdDn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786711A-0F71-45B1-92AF-812292435B1E}"/>
                </a:ext>
              </a:extLst>
            </p:cNvPr>
            <p:cNvSpPr/>
            <p:nvPr/>
          </p:nvSpPr>
          <p:spPr>
            <a:xfrm>
              <a:off x="3008170" y="487217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5831953-971F-6B1D-ADA5-F4A7C8261586}"/>
                </a:ext>
              </a:extLst>
            </p:cNvPr>
            <p:cNvSpPr/>
            <p:nvPr/>
          </p:nvSpPr>
          <p:spPr>
            <a:xfrm>
              <a:off x="4903083" y="4872177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510E918-869E-05EC-1055-C5EA122380AD}"/>
                </a:ext>
              </a:extLst>
            </p:cNvPr>
            <p:cNvSpPr/>
            <p:nvPr/>
          </p:nvSpPr>
          <p:spPr>
            <a:xfrm>
              <a:off x="1127505" y="5358212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AC30B01-99EB-0DFE-5432-2170D729EE44}"/>
                </a:ext>
              </a:extLst>
            </p:cNvPr>
            <p:cNvSpPr/>
            <p:nvPr/>
          </p:nvSpPr>
          <p:spPr>
            <a:xfrm>
              <a:off x="3012286" y="5358212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013855B-DEC1-7F1C-52C0-550026646229}"/>
                </a:ext>
              </a:extLst>
            </p:cNvPr>
            <p:cNvSpPr/>
            <p:nvPr/>
          </p:nvSpPr>
          <p:spPr>
            <a:xfrm>
              <a:off x="4907199" y="5358212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8ED1726-3B2C-DC5F-41BB-C256906293A6}"/>
                </a:ext>
              </a:extLst>
            </p:cNvPr>
            <p:cNvSpPr/>
            <p:nvPr/>
          </p:nvSpPr>
          <p:spPr>
            <a:xfrm>
              <a:off x="1127505" y="584012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0163414-4FF7-FB9B-9E6A-CE8BC632E2BE}"/>
                </a:ext>
              </a:extLst>
            </p:cNvPr>
            <p:cNvSpPr/>
            <p:nvPr/>
          </p:nvSpPr>
          <p:spPr>
            <a:xfrm>
              <a:off x="3012286" y="5840127"/>
              <a:ext cx="1889832" cy="4743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6EAA20D-792D-3A45-21B4-F58371401FE4}"/>
                </a:ext>
              </a:extLst>
            </p:cNvPr>
            <p:cNvSpPr/>
            <p:nvPr/>
          </p:nvSpPr>
          <p:spPr>
            <a:xfrm>
              <a:off x="4907199" y="5840127"/>
              <a:ext cx="1889832" cy="474366"/>
            </a:xfrm>
            <a:prstGeom prst="rect">
              <a:avLst/>
            </a:prstGeom>
            <a:pattFill prst="wd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D5203DA-E3C9-187F-E6A1-DE7CFC9BFAE2}"/>
              </a:ext>
            </a:extLst>
          </p:cNvPr>
          <p:cNvGrpSpPr/>
          <p:nvPr/>
        </p:nvGrpSpPr>
        <p:grpSpPr>
          <a:xfrm>
            <a:off x="1784990" y="2920755"/>
            <a:ext cx="3756374" cy="1262521"/>
            <a:chOff x="1556122" y="2850665"/>
            <a:chExt cx="3756374" cy="1262521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970504AD-E106-8C53-A09C-E1CC3ED07E0E}"/>
                </a:ext>
              </a:extLst>
            </p:cNvPr>
            <p:cNvSpPr/>
            <p:nvPr/>
          </p:nvSpPr>
          <p:spPr>
            <a:xfrm>
              <a:off x="1556122" y="2850666"/>
              <a:ext cx="212589" cy="20500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8786AB8-BEA7-CFD8-272C-C6757F392BB1}"/>
                </a:ext>
              </a:extLst>
            </p:cNvPr>
            <p:cNvSpPr/>
            <p:nvPr/>
          </p:nvSpPr>
          <p:spPr>
            <a:xfrm>
              <a:off x="1989815" y="3805590"/>
              <a:ext cx="212589" cy="205003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E7B177E-5DD0-310B-76E4-0CB395EA6C30}"/>
                </a:ext>
              </a:extLst>
            </p:cNvPr>
            <p:cNvSpPr/>
            <p:nvPr/>
          </p:nvSpPr>
          <p:spPr>
            <a:xfrm>
              <a:off x="2688442" y="3257935"/>
              <a:ext cx="212589" cy="205003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FF7CA09-C511-BE22-E35B-E3B576D15B5F}"/>
                </a:ext>
              </a:extLst>
            </p:cNvPr>
            <p:cNvSpPr/>
            <p:nvPr/>
          </p:nvSpPr>
          <p:spPr>
            <a:xfrm>
              <a:off x="3722102" y="3908183"/>
              <a:ext cx="212589" cy="205003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18FEF95-11A7-8655-115D-C68659DD3932}"/>
                </a:ext>
              </a:extLst>
            </p:cNvPr>
            <p:cNvSpPr/>
            <p:nvPr/>
          </p:nvSpPr>
          <p:spPr>
            <a:xfrm>
              <a:off x="4217827" y="2850665"/>
              <a:ext cx="212589" cy="20500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C1932D40-E008-9FC0-587F-205ECB8F3AAD}"/>
                </a:ext>
              </a:extLst>
            </p:cNvPr>
            <p:cNvSpPr/>
            <p:nvPr/>
          </p:nvSpPr>
          <p:spPr>
            <a:xfrm>
              <a:off x="5099907" y="3572742"/>
              <a:ext cx="212589" cy="205003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1F2F9E2A-9D66-5807-25BD-79842FAC51A4}"/>
                </a:ext>
              </a:extLst>
            </p:cNvPr>
            <p:cNvCxnSpPr>
              <a:cxnSpLocks/>
              <a:stCxn id="23" idx="6"/>
              <a:endCxn id="29" idx="2"/>
            </p:cNvCxnSpPr>
            <p:nvPr/>
          </p:nvCxnSpPr>
          <p:spPr>
            <a:xfrm>
              <a:off x="1768711" y="2953168"/>
              <a:ext cx="919731" cy="407269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8DB4408-8A70-11D9-1CCD-3FE43251DC8E}"/>
                </a:ext>
              </a:extLst>
            </p:cNvPr>
            <p:cNvCxnSpPr>
              <a:cxnSpLocks/>
              <a:stCxn id="28" idx="7"/>
              <a:endCxn id="29" idx="2"/>
            </p:cNvCxnSpPr>
            <p:nvPr/>
          </p:nvCxnSpPr>
          <p:spPr>
            <a:xfrm flipV="1">
              <a:off x="2171271" y="3360437"/>
              <a:ext cx="517171" cy="475175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31AF9925-5B63-88B7-F58F-9930432AB8AC}"/>
                </a:ext>
              </a:extLst>
            </p:cNvPr>
            <p:cNvCxnSpPr>
              <a:cxnSpLocks/>
              <a:stCxn id="32" idx="2"/>
              <a:endCxn id="29" idx="6"/>
            </p:cNvCxnSpPr>
            <p:nvPr/>
          </p:nvCxnSpPr>
          <p:spPr>
            <a:xfrm flipH="1">
              <a:off x="2901031" y="2953167"/>
              <a:ext cx="1316796" cy="407270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D48C7E4F-7AE3-7B0C-D179-3DF201FD6F67}"/>
                </a:ext>
              </a:extLst>
            </p:cNvPr>
            <p:cNvCxnSpPr>
              <a:cxnSpLocks/>
              <a:stCxn id="32" idx="4"/>
              <a:endCxn id="31" idx="0"/>
            </p:cNvCxnSpPr>
            <p:nvPr/>
          </p:nvCxnSpPr>
          <p:spPr>
            <a:xfrm flipH="1">
              <a:off x="3828397" y="3055668"/>
              <a:ext cx="495725" cy="852515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03BDACA8-C33C-0069-EE50-90F41EFB3D90}"/>
                </a:ext>
              </a:extLst>
            </p:cNvPr>
            <p:cNvCxnSpPr>
              <a:cxnSpLocks/>
              <a:stCxn id="31" idx="1"/>
              <a:endCxn id="29" idx="6"/>
            </p:cNvCxnSpPr>
            <p:nvPr/>
          </p:nvCxnSpPr>
          <p:spPr>
            <a:xfrm flipH="1" flipV="1">
              <a:off x="2901031" y="3360437"/>
              <a:ext cx="852204" cy="57776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FF37A1-974D-0B4B-F77E-3CA59DFC043B}"/>
                </a:ext>
              </a:extLst>
            </p:cNvPr>
            <p:cNvCxnSpPr>
              <a:cxnSpLocks/>
              <a:stCxn id="31" idx="6"/>
              <a:endCxn id="33" idx="2"/>
            </p:cNvCxnSpPr>
            <p:nvPr/>
          </p:nvCxnSpPr>
          <p:spPr>
            <a:xfrm flipV="1">
              <a:off x="3934691" y="3675244"/>
              <a:ext cx="1165216" cy="33544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73EAA204-57C7-045B-B41F-AC0F372E6921}"/>
                </a:ext>
              </a:extLst>
            </p:cNvPr>
            <p:cNvCxnSpPr>
              <a:cxnSpLocks/>
              <a:stCxn id="32" idx="5"/>
              <a:endCxn id="33" idx="2"/>
            </p:cNvCxnSpPr>
            <p:nvPr/>
          </p:nvCxnSpPr>
          <p:spPr>
            <a:xfrm>
              <a:off x="4399283" y="3025646"/>
              <a:ext cx="700624" cy="64959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F1089D02-029B-5D63-546B-DFA62192A030}"/>
                </a:ext>
              </a:extLst>
            </p:cNvPr>
            <p:cNvCxnSpPr>
              <a:cxnSpLocks/>
              <a:stCxn id="31" idx="2"/>
              <a:endCxn id="28" idx="6"/>
            </p:cNvCxnSpPr>
            <p:nvPr/>
          </p:nvCxnSpPr>
          <p:spPr>
            <a:xfrm flipH="1" flipV="1">
              <a:off x="2202404" y="3908092"/>
              <a:ext cx="1519698" cy="102593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701A05A2-04D6-A492-447B-6874DF2D7D7A}"/>
                </a:ext>
              </a:extLst>
            </p:cNvPr>
            <p:cNvCxnSpPr>
              <a:cxnSpLocks/>
              <a:stCxn id="23" idx="5"/>
              <a:endCxn id="28" idx="0"/>
            </p:cNvCxnSpPr>
            <p:nvPr/>
          </p:nvCxnSpPr>
          <p:spPr>
            <a:xfrm>
              <a:off x="1737578" y="3025647"/>
              <a:ext cx="358532" cy="779943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4EF21808-E4C0-DD32-22FD-22DB58FE656C}"/>
                </a:ext>
              </a:extLst>
            </p:cNvPr>
            <p:cNvCxnSpPr>
              <a:cxnSpLocks/>
              <a:stCxn id="23" idx="6"/>
              <a:endCxn id="32" idx="2"/>
            </p:cNvCxnSpPr>
            <p:nvPr/>
          </p:nvCxnSpPr>
          <p:spPr>
            <a:xfrm flipV="1">
              <a:off x="1768711" y="2953167"/>
              <a:ext cx="2449116" cy="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9BAF9259-BA63-CD20-552E-9DB920576D89}"/>
              </a:ext>
            </a:extLst>
          </p:cNvPr>
          <p:cNvCxnSpPr>
            <a:cxnSpLocks/>
          </p:cNvCxnSpPr>
          <p:nvPr/>
        </p:nvCxnSpPr>
        <p:spPr>
          <a:xfrm>
            <a:off x="1556122" y="2145442"/>
            <a:ext cx="0" cy="5391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07A1553F-4A6B-AD55-93E9-597B40A0F27F}"/>
              </a:ext>
            </a:extLst>
          </p:cNvPr>
          <p:cNvCxnSpPr>
            <a:cxnSpLocks/>
          </p:cNvCxnSpPr>
          <p:nvPr/>
        </p:nvCxnSpPr>
        <p:spPr>
          <a:xfrm>
            <a:off x="2353170" y="2145442"/>
            <a:ext cx="0" cy="5391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FADC56BF-4E31-DF7B-89BB-6940366E867A}"/>
              </a:ext>
            </a:extLst>
          </p:cNvPr>
          <p:cNvCxnSpPr>
            <a:cxnSpLocks/>
          </p:cNvCxnSpPr>
          <p:nvPr/>
        </p:nvCxnSpPr>
        <p:spPr>
          <a:xfrm>
            <a:off x="3150218" y="2145442"/>
            <a:ext cx="0" cy="5391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79DA7C72-2881-BE2A-94B4-2A484246496C}"/>
              </a:ext>
            </a:extLst>
          </p:cNvPr>
          <p:cNvCxnSpPr>
            <a:cxnSpLocks/>
          </p:cNvCxnSpPr>
          <p:nvPr/>
        </p:nvCxnSpPr>
        <p:spPr>
          <a:xfrm>
            <a:off x="4744314" y="2145442"/>
            <a:ext cx="0" cy="5391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89FA284F-817E-9565-45E1-84A7292C360C}"/>
              </a:ext>
            </a:extLst>
          </p:cNvPr>
          <p:cNvCxnSpPr>
            <a:cxnSpLocks/>
          </p:cNvCxnSpPr>
          <p:nvPr/>
        </p:nvCxnSpPr>
        <p:spPr>
          <a:xfrm>
            <a:off x="3947266" y="2145442"/>
            <a:ext cx="0" cy="5391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48BEF756-5AD6-CC05-E954-1850A593C83A}"/>
              </a:ext>
            </a:extLst>
          </p:cNvPr>
          <p:cNvCxnSpPr>
            <a:cxnSpLocks/>
          </p:cNvCxnSpPr>
          <p:nvPr/>
        </p:nvCxnSpPr>
        <p:spPr>
          <a:xfrm>
            <a:off x="5541364" y="2145442"/>
            <a:ext cx="0" cy="5391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B41EAF21-2434-6782-B024-5D2272266C08}"/>
              </a:ext>
            </a:extLst>
          </p:cNvPr>
          <p:cNvCxnSpPr>
            <a:cxnSpLocks/>
          </p:cNvCxnSpPr>
          <p:nvPr/>
        </p:nvCxnSpPr>
        <p:spPr>
          <a:xfrm flipH="1">
            <a:off x="1859579" y="4453357"/>
            <a:ext cx="566160" cy="518984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F246410E-5BD8-AC80-3DDB-2497BE1B3814}"/>
              </a:ext>
            </a:extLst>
          </p:cNvPr>
          <p:cNvCxnSpPr>
            <a:cxnSpLocks/>
          </p:cNvCxnSpPr>
          <p:nvPr/>
        </p:nvCxnSpPr>
        <p:spPr>
          <a:xfrm flipH="1">
            <a:off x="3129899" y="4453357"/>
            <a:ext cx="178000" cy="59752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92435411-55AB-9711-E473-33F82462F078}"/>
              </a:ext>
            </a:extLst>
          </p:cNvPr>
          <p:cNvCxnSpPr>
            <a:cxnSpLocks/>
          </p:cNvCxnSpPr>
          <p:nvPr/>
        </p:nvCxnSpPr>
        <p:spPr>
          <a:xfrm>
            <a:off x="4133209" y="4448026"/>
            <a:ext cx="343835" cy="60818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31BB8396-1F01-D6C2-FFE2-4999C11A3F1E}"/>
              </a:ext>
            </a:extLst>
          </p:cNvPr>
          <p:cNvCxnSpPr>
            <a:cxnSpLocks/>
          </p:cNvCxnSpPr>
          <p:nvPr/>
        </p:nvCxnSpPr>
        <p:spPr>
          <a:xfrm>
            <a:off x="4978463" y="4448026"/>
            <a:ext cx="562901" cy="52431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直接访问存储器 122">
            <a:extLst>
              <a:ext uri="{FF2B5EF4-FFF2-40B4-BE49-F238E27FC236}">
                <a16:creationId xmlns:a16="http://schemas.microsoft.com/office/drawing/2014/main" id="{4E5B65BE-9D18-D06C-585D-F233BBCA21D7}"/>
              </a:ext>
            </a:extLst>
          </p:cNvPr>
          <p:cNvSpPr/>
          <p:nvPr/>
        </p:nvSpPr>
        <p:spPr>
          <a:xfrm rot="16200000">
            <a:off x="364691" y="5390070"/>
            <a:ext cx="1145996" cy="772412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直接访问存储器 123">
            <a:extLst>
              <a:ext uri="{FF2B5EF4-FFF2-40B4-BE49-F238E27FC236}">
                <a16:creationId xmlns:a16="http://schemas.microsoft.com/office/drawing/2014/main" id="{818256AC-AECC-B796-129A-15CE108051B3}"/>
              </a:ext>
            </a:extLst>
          </p:cNvPr>
          <p:cNvSpPr/>
          <p:nvPr/>
        </p:nvSpPr>
        <p:spPr>
          <a:xfrm rot="16200000">
            <a:off x="1389341" y="5390069"/>
            <a:ext cx="1145996" cy="772414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直接访问存储器 124">
            <a:extLst>
              <a:ext uri="{FF2B5EF4-FFF2-40B4-BE49-F238E27FC236}">
                <a16:creationId xmlns:a16="http://schemas.microsoft.com/office/drawing/2014/main" id="{46B71873-6170-38AB-E2DD-66161B15B579}"/>
              </a:ext>
            </a:extLst>
          </p:cNvPr>
          <p:cNvSpPr/>
          <p:nvPr/>
        </p:nvSpPr>
        <p:spPr>
          <a:xfrm rot="16200000">
            <a:off x="2413995" y="5390069"/>
            <a:ext cx="1145996" cy="772414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直接访问存储器 125">
            <a:extLst>
              <a:ext uri="{FF2B5EF4-FFF2-40B4-BE49-F238E27FC236}">
                <a16:creationId xmlns:a16="http://schemas.microsoft.com/office/drawing/2014/main" id="{6D02C055-A7FA-234F-5930-622E8F8165E7}"/>
              </a:ext>
            </a:extLst>
          </p:cNvPr>
          <p:cNvSpPr/>
          <p:nvPr/>
        </p:nvSpPr>
        <p:spPr>
          <a:xfrm rot="16200000">
            <a:off x="3475784" y="5406654"/>
            <a:ext cx="1145996" cy="772414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直接访问存储器 126">
            <a:extLst>
              <a:ext uri="{FF2B5EF4-FFF2-40B4-BE49-F238E27FC236}">
                <a16:creationId xmlns:a16="http://schemas.microsoft.com/office/drawing/2014/main" id="{6F6F30D0-FF63-8733-6AB6-0BBA62C911EB}"/>
              </a:ext>
            </a:extLst>
          </p:cNvPr>
          <p:cNvSpPr/>
          <p:nvPr/>
        </p:nvSpPr>
        <p:spPr>
          <a:xfrm rot="16200000">
            <a:off x="4499431" y="5390068"/>
            <a:ext cx="1145996" cy="772414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直接访问存储器 127">
            <a:extLst>
              <a:ext uri="{FF2B5EF4-FFF2-40B4-BE49-F238E27FC236}">
                <a16:creationId xmlns:a16="http://schemas.microsoft.com/office/drawing/2014/main" id="{655AFBBD-7CB1-4DD2-9F6E-7C369A5E717C}"/>
              </a:ext>
            </a:extLst>
          </p:cNvPr>
          <p:cNvSpPr/>
          <p:nvPr/>
        </p:nvSpPr>
        <p:spPr>
          <a:xfrm rot="16200000">
            <a:off x="5523078" y="5390067"/>
            <a:ext cx="1145996" cy="772414"/>
          </a:xfrm>
          <a:prstGeom prst="flowChartMagneticDrum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2DB4EC01-F0F8-D740-608E-5A93E5FEE39B}"/>
              </a:ext>
            </a:extLst>
          </p:cNvPr>
          <p:cNvGrpSpPr/>
          <p:nvPr/>
        </p:nvGrpSpPr>
        <p:grpSpPr>
          <a:xfrm>
            <a:off x="612583" y="5707194"/>
            <a:ext cx="650211" cy="474179"/>
            <a:chOff x="6956854" y="1743171"/>
            <a:chExt cx="757282" cy="606561"/>
          </a:xfrm>
        </p:grpSpPr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1DDB6272-A9F9-EDEC-AEE5-7BF5F1B91950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A41E4BF5-B013-650B-E0F5-803442D55646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396F7F31-0362-CF7F-7ED1-957EDDFC1E67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41ADD495-76C0-0A5C-4B30-1C502FC68C4B}"/>
                </a:ext>
              </a:extLst>
            </p:cNvPr>
            <p:cNvCxnSpPr>
              <a:cxnSpLocks/>
              <a:stCxn id="153" idx="6"/>
              <a:endCxn id="155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170018A4-278E-7FB4-4AD5-15C600F371BA}"/>
                </a:ext>
              </a:extLst>
            </p:cNvPr>
            <p:cNvCxnSpPr>
              <a:cxnSpLocks/>
              <a:stCxn id="154" idx="6"/>
              <a:endCxn id="155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F88C3038-BE7F-BE16-B3DC-A57403C9B016}"/>
              </a:ext>
            </a:extLst>
          </p:cNvPr>
          <p:cNvGrpSpPr/>
          <p:nvPr/>
        </p:nvGrpSpPr>
        <p:grpSpPr>
          <a:xfrm>
            <a:off x="1623713" y="5707194"/>
            <a:ext cx="650211" cy="474179"/>
            <a:chOff x="6956854" y="1743171"/>
            <a:chExt cx="757282" cy="606561"/>
          </a:xfrm>
        </p:grpSpPr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6C09850C-3314-1E29-A316-85C93FB07F22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8D98917B-001D-9AC7-9378-489296D6203B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A2DB4C8C-F800-136C-9CF1-AA8723167501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0DA42F9A-5F8B-76B1-20DE-E5D01D4AD59E}"/>
                </a:ext>
              </a:extLst>
            </p:cNvPr>
            <p:cNvCxnSpPr>
              <a:cxnSpLocks/>
              <a:stCxn id="183" idx="6"/>
              <a:endCxn id="185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43065108-97EC-391A-6296-6F31D638A74D}"/>
                </a:ext>
              </a:extLst>
            </p:cNvPr>
            <p:cNvCxnSpPr>
              <a:cxnSpLocks/>
              <a:stCxn id="184" idx="6"/>
              <a:endCxn id="185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F8020D5D-0131-BAAC-057A-92F435B7CA31}"/>
              </a:ext>
            </a:extLst>
          </p:cNvPr>
          <p:cNvGrpSpPr/>
          <p:nvPr/>
        </p:nvGrpSpPr>
        <p:grpSpPr>
          <a:xfrm>
            <a:off x="2679951" y="5707194"/>
            <a:ext cx="650211" cy="474179"/>
            <a:chOff x="6956854" y="1743171"/>
            <a:chExt cx="757282" cy="606561"/>
          </a:xfrm>
        </p:grpSpPr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1719B4EE-0028-BFD0-4878-50A64AE4BD21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522E9BA4-334A-8EEC-FB5A-31DE36BECA2A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FE185A64-CAA2-637C-25CF-5A32E275AB8D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7D99950D-07F2-9DE9-BDFE-D055F0F9DCD6}"/>
                </a:ext>
              </a:extLst>
            </p:cNvPr>
            <p:cNvCxnSpPr>
              <a:cxnSpLocks/>
              <a:stCxn id="191" idx="6"/>
              <a:endCxn id="194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线连接符 195">
              <a:extLst>
                <a:ext uri="{FF2B5EF4-FFF2-40B4-BE49-F238E27FC236}">
                  <a16:creationId xmlns:a16="http://schemas.microsoft.com/office/drawing/2014/main" id="{729FD9A9-498F-4035-7E58-7F8B0E3EAA6A}"/>
                </a:ext>
              </a:extLst>
            </p:cNvPr>
            <p:cNvCxnSpPr>
              <a:cxnSpLocks/>
              <a:stCxn id="192" idx="6"/>
              <a:endCxn id="194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273E8158-A527-5DBA-D88D-B15255250674}"/>
              </a:ext>
            </a:extLst>
          </p:cNvPr>
          <p:cNvGrpSpPr/>
          <p:nvPr/>
        </p:nvGrpSpPr>
        <p:grpSpPr>
          <a:xfrm>
            <a:off x="3739524" y="5721093"/>
            <a:ext cx="650211" cy="474179"/>
            <a:chOff x="6956854" y="1743171"/>
            <a:chExt cx="757282" cy="606561"/>
          </a:xfrm>
        </p:grpSpPr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291A7D52-32B6-95BA-126F-410B7D2495AB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F06A46C7-D6FE-1C28-C1CC-205909762B31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40A68270-CC25-40C5-D490-7959F74D5560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01" name="直线连接符 200">
              <a:extLst>
                <a:ext uri="{FF2B5EF4-FFF2-40B4-BE49-F238E27FC236}">
                  <a16:creationId xmlns:a16="http://schemas.microsoft.com/office/drawing/2014/main" id="{66D4AD94-0645-F28F-82A4-B42ED0A7ECD7}"/>
                </a:ext>
              </a:extLst>
            </p:cNvPr>
            <p:cNvCxnSpPr>
              <a:cxnSpLocks/>
              <a:stCxn id="198" idx="6"/>
              <a:endCxn id="200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线连接符 201">
              <a:extLst>
                <a:ext uri="{FF2B5EF4-FFF2-40B4-BE49-F238E27FC236}">
                  <a16:creationId xmlns:a16="http://schemas.microsoft.com/office/drawing/2014/main" id="{3AA44AE8-2876-48B0-1098-35A19D9F542A}"/>
                </a:ext>
              </a:extLst>
            </p:cNvPr>
            <p:cNvCxnSpPr>
              <a:cxnSpLocks/>
              <a:stCxn id="199" idx="6"/>
              <a:endCxn id="200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CF57D585-B99A-18B8-7215-ABE2B341D1C7}"/>
              </a:ext>
            </a:extLst>
          </p:cNvPr>
          <p:cNvGrpSpPr/>
          <p:nvPr/>
        </p:nvGrpSpPr>
        <p:grpSpPr>
          <a:xfrm>
            <a:off x="4747323" y="5707194"/>
            <a:ext cx="650211" cy="474179"/>
            <a:chOff x="6956854" y="1743171"/>
            <a:chExt cx="757282" cy="606561"/>
          </a:xfrm>
        </p:grpSpPr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BDF2C781-6C77-B9B0-5B56-7444E659AA5C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B3F66B03-ED50-C37C-1821-EE5AD7B38476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B17023B5-60AB-1802-9549-21E734BD8D7A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07" name="直线连接符 206">
              <a:extLst>
                <a:ext uri="{FF2B5EF4-FFF2-40B4-BE49-F238E27FC236}">
                  <a16:creationId xmlns:a16="http://schemas.microsoft.com/office/drawing/2014/main" id="{629916D7-CEB1-3061-54B4-10A344E5EFBE}"/>
                </a:ext>
              </a:extLst>
            </p:cNvPr>
            <p:cNvCxnSpPr>
              <a:cxnSpLocks/>
              <a:stCxn id="204" idx="6"/>
              <a:endCxn id="206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E371E378-6F01-8727-503A-FEA8BDAA1E90}"/>
                </a:ext>
              </a:extLst>
            </p:cNvPr>
            <p:cNvCxnSpPr>
              <a:cxnSpLocks/>
              <a:stCxn id="205" idx="6"/>
              <a:endCxn id="206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53EDEFD5-CE72-35B5-A50E-D7658BF7FBD5}"/>
              </a:ext>
            </a:extLst>
          </p:cNvPr>
          <p:cNvGrpSpPr/>
          <p:nvPr/>
        </p:nvGrpSpPr>
        <p:grpSpPr>
          <a:xfrm>
            <a:off x="5790555" y="5693071"/>
            <a:ext cx="650211" cy="474179"/>
            <a:chOff x="6956854" y="1743171"/>
            <a:chExt cx="757282" cy="606561"/>
          </a:xfrm>
        </p:grpSpPr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2AA03543-02C0-B9AB-8CEC-75DB1D5354DB}"/>
                </a:ext>
              </a:extLst>
            </p:cNvPr>
            <p:cNvSpPr/>
            <p:nvPr/>
          </p:nvSpPr>
          <p:spPr>
            <a:xfrm>
              <a:off x="6956854" y="1743171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477F9A80-2D2E-C6E2-5843-918923E3560D}"/>
                </a:ext>
              </a:extLst>
            </p:cNvPr>
            <p:cNvSpPr/>
            <p:nvPr/>
          </p:nvSpPr>
          <p:spPr>
            <a:xfrm>
              <a:off x="7049530" y="2140535"/>
              <a:ext cx="185352" cy="2091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80DBB6E8-2932-476D-8A24-0A39F3342E0D}"/>
                </a:ext>
              </a:extLst>
            </p:cNvPr>
            <p:cNvSpPr/>
            <p:nvPr/>
          </p:nvSpPr>
          <p:spPr>
            <a:xfrm>
              <a:off x="7528784" y="1874317"/>
              <a:ext cx="185352" cy="20919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14" name="直线连接符 213">
              <a:extLst>
                <a:ext uri="{FF2B5EF4-FFF2-40B4-BE49-F238E27FC236}">
                  <a16:creationId xmlns:a16="http://schemas.microsoft.com/office/drawing/2014/main" id="{097E6A72-E94D-93A3-2E38-3CBC00DC0007}"/>
                </a:ext>
              </a:extLst>
            </p:cNvPr>
            <p:cNvCxnSpPr>
              <a:cxnSpLocks/>
              <a:stCxn id="210" idx="6"/>
              <a:endCxn id="213" idx="2"/>
            </p:cNvCxnSpPr>
            <p:nvPr/>
          </p:nvCxnSpPr>
          <p:spPr>
            <a:xfrm>
              <a:off x="7142206" y="1847770"/>
              <a:ext cx="386578" cy="13114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D9A5C7EE-EC02-6BA6-FA3D-859DD85B13D0}"/>
                </a:ext>
              </a:extLst>
            </p:cNvPr>
            <p:cNvCxnSpPr>
              <a:cxnSpLocks/>
              <a:stCxn id="212" idx="6"/>
              <a:endCxn id="213" idx="2"/>
            </p:cNvCxnSpPr>
            <p:nvPr/>
          </p:nvCxnSpPr>
          <p:spPr>
            <a:xfrm flipV="1">
              <a:off x="7234882" y="1978916"/>
              <a:ext cx="293902" cy="2662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6" name="文本框 215">
            <a:extLst>
              <a:ext uri="{FF2B5EF4-FFF2-40B4-BE49-F238E27FC236}">
                <a16:creationId xmlns:a16="http://schemas.microsoft.com/office/drawing/2014/main" id="{E8BEEE28-A9BF-2E90-742F-98887AE4B3E4}"/>
              </a:ext>
            </a:extLst>
          </p:cNvPr>
          <p:cNvSpPr txBox="1"/>
          <p:nvPr/>
        </p:nvSpPr>
        <p:spPr>
          <a:xfrm>
            <a:off x="6894214" y="9137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原始文件</a:t>
            </a: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27E4CCC9-4F5E-31A3-3DD4-06BE9F812B82}"/>
              </a:ext>
            </a:extLst>
          </p:cNvPr>
          <p:cNvSpPr txBox="1"/>
          <p:nvPr/>
        </p:nvSpPr>
        <p:spPr>
          <a:xfrm>
            <a:off x="6541112" y="3163696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查找最近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个质心</a:t>
            </a: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FBC07657-A5ED-BBDA-293A-7AD080D5F461}"/>
              </a:ext>
            </a:extLst>
          </p:cNvPr>
          <p:cNvSpPr txBox="1"/>
          <p:nvPr/>
        </p:nvSpPr>
        <p:spPr>
          <a:xfrm>
            <a:off x="6437870" y="465469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分配到相应聚类桶内</a:t>
            </a:r>
          </a:p>
        </p:txBody>
      </p:sp>
    </p:spTree>
    <p:extLst>
      <p:ext uri="{BB962C8B-B14F-4D97-AF65-F5344CB8AC3E}">
        <p14:creationId xmlns:p14="http://schemas.microsoft.com/office/powerpoint/2010/main" val="262702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C7C6-EAB8-A850-59D0-57C7715D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6110C3-BF7D-0122-985F-A95C22326208}"/>
              </a:ext>
            </a:extLst>
          </p:cNvPr>
          <p:cNvSpPr/>
          <p:nvPr/>
        </p:nvSpPr>
        <p:spPr>
          <a:xfrm>
            <a:off x="963827" y="3027405"/>
            <a:ext cx="1348446" cy="40159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A76D80-22C0-BA85-9C50-48216C98A9C0}"/>
              </a:ext>
            </a:extLst>
          </p:cNvPr>
          <p:cNvSpPr/>
          <p:nvPr/>
        </p:nvSpPr>
        <p:spPr>
          <a:xfrm>
            <a:off x="2310716" y="3027405"/>
            <a:ext cx="1047083" cy="40159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0EC6ED-4B1E-307F-17B8-78743B244963}"/>
              </a:ext>
            </a:extLst>
          </p:cNvPr>
          <p:cNvSpPr/>
          <p:nvPr/>
        </p:nvSpPr>
        <p:spPr>
          <a:xfrm>
            <a:off x="3357799" y="3027404"/>
            <a:ext cx="1648251" cy="40159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5D298D-3B0F-235E-2FCC-7FD39CA60A66}"/>
              </a:ext>
            </a:extLst>
          </p:cNvPr>
          <p:cNvSpPr txBox="1"/>
          <p:nvPr/>
        </p:nvSpPr>
        <p:spPr>
          <a:xfrm>
            <a:off x="951470" y="3059667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Padded Dim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1B2559-EFB4-5377-39FB-9A90EEFA5759}"/>
              </a:ext>
            </a:extLst>
          </p:cNvPr>
          <p:cNvSpPr txBox="1"/>
          <p:nvPr/>
        </p:nvSpPr>
        <p:spPr>
          <a:xfrm>
            <a:off x="2325388" y="304353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Bit width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59F7BA-2B99-207C-BF59-F4062516279E}"/>
              </a:ext>
            </a:extLst>
          </p:cNvPr>
          <p:cNvSpPr txBox="1"/>
          <p:nvPr/>
        </p:nvSpPr>
        <p:spPr>
          <a:xfrm>
            <a:off x="3534034" y="3039760"/>
            <a:ext cx="134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Num points</a:t>
            </a:r>
            <a:endParaRPr kumimoji="1" lang="zh-CN" altLang="en-US" dirty="0"/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88407F60-9A44-4E28-46FA-03DD39769895}"/>
              </a:ext>
            </a:extLst>
          </p:cNvPr>
          <p:cNvSpPr/>
          <p:nvPr/>
        </p:nvSpPr>
        <p:spPr>
          <a:xfrm rot="5400000">
            <a:off x="1560335" y="2993719"/>
            <a:ext cx="146912" cy="1180850"/>
          </a:xfrm>
          <a:prstGeom prst="righ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10CCA4AD-BF24-CC25-A18F-B9F601E126F4}"/>
              </a:ext>
            </a:extLst>
          </p:cNvPr>
          <p:cNvSpPr/>
          <p:nvPr/>
        </p:nvSpPr>
        <p:spPr>
          <a:xfrm rot="5400000">
            <a:off x="2794433" y="3123493"/>
            <a:ext cx="130096" cy="904486"/>
          </a:xfrm>
          <a:prstGeom prst="righ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右大括号 23">
            <a:extLst>
              <a:ext uri="{FF2B5EF4-FFF2-40B4-BE49-F238E27FC236}">
                <a16:creationId xmlns:a16="http://schemas.microsoft.com/office/drawing/2014/main" id="{3CF8BB48-0D3E-5087-FC04-34A9FC66DBB3}"/>
              </a:ext>
            </a:extLst>
          </p:cNvPr>
          <p:cNvSpPr/>
          <p:nvPr/>
        </p:nvSpPr>
        <p:spPr>
          <a:xfrm rot="5400000">
            <a:off x="4153434" y="2838957"/>
            <a:ext cx="127005" cy="1469098"/>
          </a:xfrm>
          <a:prstGeom prst="righ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072770-FE83-CC6B-A81F-B566EB64F3CF}"/>
              </a:ext>
            </a:extLst>
          </p:cNvPr>
          <p:cNvSpPr txBox="1"/>
          <p:nvPr/>
        </p:nvSpPr>
        <p:spPr>
          <a:xfrm>
            <a:off x="1404303" y="3644557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4B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C7FBDD3-BC95-444B-A807-45328AD1E57D}"/>
              </a:ext>
            </a:extLst>
          </p:cNvPr>
          <p:cNvSpPr txBox="1"/>
          <p:nvPr/>
        </p:nvSpPr>
        <p:spPr>
          <a:xfrm>
            <a:off x="2644369" y="3644557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1B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0EDC2C-2266-2EC2-28F7-BBFFB6E1D306}"/>
              </a:ext>
            </a:extLst>
          </p:cNvPr>
          <p:cNvSpPr txBox="1"/>
          <p:nvPr/>
        </p:nvSpPr>
        <p:spPr>
          <a:xfrm>
            <a:off x="4006058" y="3644557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8B</a:t>
            </a:r>
            <a:endParaRPr kumimoji="1"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A6D3783-DC22-335E-92BC-9152A9FD390C}"/>
              </a:ext>
            </a:extLst>
          </p:cNvPr>
          <p:cNvSpPr/>
          <p:nvPr/>
        </p:nvSpPr>
        <p:spPr>
          <a:xfrm>
            <a:off x="6234484" y="3023630"/>
            <a:ext cx="1348446" cy="40159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B03CC5A-5D43-123A-6A52-1966BFB4DB74}"/>
              </a:ext>
            </a:extLst>
          </p:cNvPr>
          <p:cNvSpPr/>
          <p:nvPr/>
        </p:nvSpPr>
        <p:spPr>
          <a:xfrm>
            <a:off x="7581373" y="3023630"/>
            <a:ext cx="1047083" cy="40159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045287C-C8A8-EF8D-1C12-8E323E32D4AE}"/>
              </a:ext>
            </a:extLst>
          </p:cNvPr>
          <p:cNvSpPr/>
          <p:nvPr/>
        </p:nvSpPr>
        <p:spPr>
          <a:xfrm>
            <a:off x="8628456" y="3023629"/>
            <a:ext cx="1648251" cy="40159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D9EE3E2-C4AC-8B2F-24AE-412110B9A133}"/>
              </a:ext>
            </a:extLst>
          </p:cNvPr>
          <p:cNvSpPr txBox="1"/>
          <p:nvPr/>
        </p:nvSpPr>
        <p:spPr>
          <a:xfrm>
            <a:off x="6222127" y="3055892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Padded Dim</a:t>
            </a:r>
            <a:endParaRPr kumimoji="1"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CDF7842-1EDA-FFAF-DDEA-F8BBC8F22DE8}"/>
              </a:ext>
            </a:extLst>
          </p:cNvPr>
          <p:cNvSpPr txBox="1"/>
          <p:nvPr/>
        </p:nvSpPr>
        <p:spPr>
          <a:xfrm>
            <a:off x="7596045" y="3039760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Bit width</a:t>
            </a:r>
            <a:endParaRPr kumimoji="1"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0AC8708-8F8E-D830-9926-E38F2C1CA27E}"/>
              </a:ext>
            </a:extLst>
          </p:cNvPr>
          <p:cNvSpPr txBox="1"/>
          <p:nvPr/>
        </p:nvSpPr>
        <p:spPr>
          <a:xfrm>
            <a:off x="8804691" y="3035985"/>
            <a:ext cx="134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Num points</a:t>
            </a:r>
            <a:endParaRPr kumimoji="1" lang="zh-CN" altLang="en-US" dirty="0"/>
          </a:p>
        </p:txBody>
      </p:sp>
      <p:sp>
        <p:nvSpPr>
          <p:cNvPr id="64" name="右大括号 63">
            <a:extLst>
              <a:ext uri="{FF2B5EF4-FFF2-40B4-BE49-F238E27FC236}">
                <a16:creationId xmlns:a16="http://schemas.microsoft.com/office/drawing/2014/main" id="{64F25F33-3DFC-99EE-8D36-6B5574EA0C36}"/>
              </a:ext>
            </a:extLst>
          </p:cNvPr>
          <p:cNvSpPr/>
          <p:nvPr/>
        </p:nvSpPr>
        <p:spPr>
          <a:xfrm rot="5400000">
            <a:off x="6830992" y="2989944"/>
            <a:ext cx="146912" cy="1180850"/>
          </a:xfrm>
          <a:prstGeom prst="righ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右大括号 64">
            <a:extLst>
              <a:ext uri="{FF2B5EF4-FFF2-40B4-BE49-F238E27FC236}">
                <a16:creationId xmlns:a16="http://schemas.microsoft.com/office/drawing/2014/main" id="{AF692DED-2BA7-9BBA-58EA-C04A0E885A9B}"/>
              </a:ext>
            </a:extLst>
          </p:cNvPr>
          <p:cNvSpPr/>
          <p:nvPr/>
        </p:nvSpPr>
        <p:spPr>
          <a:xfrm rot="5400000">
            <a:off x="8065090" y="3119718"/>
            <a:ext cx="130096" cy="904486"/>
          </a:xfrm>
          <a:prstGeom prst="righ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右大括号 65">
            <a:extLst>
              <a:ext uri="{FF2B5EF4-FFF2-40B4-BE49-F238E27FC236}">
                <a16:creationId xmlns:a16="http://schemas.microsoft.com/office/drawing/2014/main" id="{32F29804-7CA1-A59B-C6CA-9B8385F6169A}"/>
              </a:ext>
            </a:extLst>
          </p:cNvPr>
          <p:cNvSpPr/>
          <p:nvPr/>
        </p:nvSpPr>
        <p:spPr>
          <a:xfrm rot="5400000">
            <a:off x="9424091" y="2835182"/>
            <a:ext cx="127005" cy="1469098"/>
          </a:xfrm>
          <a:prstGeom prst="righ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7267CB3-2EBD-534B-CEDC-CB5EC05B0297}"/>
              </a:ext>
            </a:extLst>
          </p:cNvPr>
          <p:cNvSpPr txBox="1"/>
          <p:nvPr/>
        </p:nvSpPr>
        <p:spPr>
          <a:xfrm>
            <a:off x="6674960" y="364078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4B</a:t>
            </a:r>
            <a:endParaRPr kumimoji="1"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E31E106-823F-467B-0159-016F19B43D26}"/>
              </a:ext>
            </a:extLst>
          </p:cNvPr>
          <p:cNvSpPr txBox="1"/>
          <p:nvPr/>
        </p:nvSpPr>
        <p:spPr>
          <a:xfrm>
            <a:off x="7915026" y="364078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1B</a:t>
            </a:r>
            <a:endParaRPr kumimoji="1"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D35DE6C-262A-4970-FC73-87AF4D5D2266}"/>
              </a:ext>
            </a:extLst>
          </p:cNvPr>
          <p:cNvSpPr txBox="1"/>
          <p:nvPr/>
        </p:nvSpPr>
        <p:spPr>
          <a:xfrm>
            <a:off x="9276715" y="364078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8B</a:t>
            </a:r>
            <a:endParaRPr kumimoji="1" lang="zh-CN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50E4E98-0A4A-115E-D6D0-75D0D985D713}"/>
              </a:ext>
            </a:extLst>
          </p:cNvPr>
          <p:cNvSpPr/>
          <p:nvPr/>
        </p:nvSpPr>
        <p:spPr>
          <a:xfrm>
            <a:off x="10276707" y="3023629"/>
            <a:ext cx="1032411" cy="4015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DEF422C-B939-65A8-7CC1-870BEDF16BDE}"/>
              </a:ext>
            </a:extLst>
          </p:cNvPr>
          <p:cNvSpPr txBox="1"/>
          <p:nvPr/>
        </p:nvSpPr>
        <p:spPr>
          <a:xfrm>
            <a:off x="10329372" y="3023629"/>
            <a:ext cx="134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Degree</a:t>
            </a:r>
            <a:endParaRPr kumimoji="1" lang="zh-CN" altLang="en-US" dirty="0"/>
          </a:p>
        </p:txBody>
      </p:sp>
      <p:sp>
        <p:nvSpPr>
          <p:cNvPr id="75" name="右大括号 74">
            <a:extLst>
              <a:ext uri="{FF2B5EF4-FFF2-40B4-BE49-F238E27FC236}">
                <a16:creationId xmlns:a16="http://schemas.microsoft.com/office/drawing/2014/main" id="{B08187E3-617E-754A-6BBD-21B0D7CF7291}"/>
              </a:ext>
            </a:extLst>
          </p:cNvPr>
          <p:cNvSpPr/>
          <p:nvPr/>
        </p:nvSpPr>
        <p:spPr>
          <a:xfrm rot="5400000">
            <a:off x="10760429" y="3123491"/>
            <a:ext cx="130096" cy="904486"/>
          </a:xfrm>
          <a:prstGeom prst="righ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5E4F820-53A4-DD1A-22B3-58512C0FE61C}"/>
              </a:ext>
            </a:extLst>
          </p:cNvPr>
          <p:cNvSpPr txBox="1"/>
          <p:nvPr/>
        </p:nvSpPr>
        <p:spPr>
          <a:xfrm>
            <a:off x="10612729" y="3633234"/>
            <a:ext cx="43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2B</a:t>
            </a:r>
            <a:endParaRPr kumimoji="1"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ECC5D10-16DE-C448-3203-B7DA477FC47F}"/>
              </a:ext>
            </a:extLst>
          </p:cNvPr>
          <p:cNvSpPr txBox="1"/>
          <p:nvPr/>
        </p:nvSpPr>
        <p:spPr>
          <a:xfrm>
            <a:off x="1918357" y="4473146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(a) </a:t>
            </a:r>
            <a:r>
              <a:rPr kumimoji="1" lang="zh-CN" altLang="en-US" dirty="0"/>
              <a:t>桶索引头字段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3118AD1-50ED-802A-87F8-FEFA76728993}"/>
              </a:ext>
            </a:extLst>
          </p:cNvPr>
          <p:cNvSpPr txBox="1"/>
          <p:nvPr/>
        </p:nvSpPr>
        <p:spPr>
          <a:xfrm>
            <a:off x="7693187" y="4473146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(b) </a:t>
            </a:r>
            <a:r>
              <a:rPr kumimoji="1" lang="zh-CN" altLang="en-US" dirty="0"/>
              <a:t>图索引头字段</a:t>
            </a:r>
          </a:p>
        </p:txBody>
      </p:sp>
    </p:spTree>
    <p:extLst>
      <p:ext uri="{BB962C8B-B14F-4D97-AF65-F5344CB8AC3E}">
        <p14:creationId xmlns:p14="http://schemas.microsoft.com/office/powerpoint/2010/main" val="329723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99</Words>
  <Application>Microsoft Macintosh PowerPoint</Application>
  <PresentationFormat>宽屏</PresentationFormat>
  <Paragraphs>41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zoriswang</dc:creator>
  <cp:lastModifiedBy>zoriswang</cp:lastModifiedBy>
  <cp:revision>3</cp:revision>
  <dcterms:created xsi:type="dcterms:W3CDTF">2025-09-24T15:55:38Z</dcterms:created>
  <dcterms:modified xsi:type="dcterms:W3CDTF">2025-09-25T01:28:53Z</dcterms:modified>
</cp:coreProperties>
</file>